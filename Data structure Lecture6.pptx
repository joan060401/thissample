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4"/>
    <p:sldMasterId id="2147483707" r:id="rId5"/>
    <p:sldMasterId id="2147483708" r:id="rId6"/>
    <p:sldMasterId id="2147483709" r:id="rId7"/>
    <p:sldMasterId id="2147483710" r:id="rId8"/>
    <p:sldMasterId id="2147483711" r:id="rId9"/>
    <p:sldMasterId id="2147483712" r:id="rId10"/>
    <p:sldMasterId id="2147483713"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 id="351" r:id="rId108"/>
    <p:sldId id="352" r:id="rId109"/>
    <p:sldId id="353" r:id="rId110"/>
    <p:sldId id="354" r:id="rId111"/>
    <p:sldId id="355" r:id="rId112"/>
    <p:sldId id="356" r:id="rId113"/>
    <p:sldId id="357" r:id="rId114"/>
  </p:sldIdLst>
  <p:sldSz cy="6858000" cx="9144000"/>
  <p:notesSz cx="6946900" cy="9220200"/>
  <p:embeddedFontLst>
    <p:embeddedFont>
      <p:font typeface="EB Garamond"/>
      <p:regular r:id="rId115"/>
      <p:bold r:id="rId116"/>
      <p:italic r:id="rId117"/>
      <p:boldItalic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42" Type="http://schemas.openxmlformats.org/officeDocument/2006/relationships/slide" Target="slides/slide30.xml"/><Relationship Id="rId41" Type="http://schemas.openxmlformats.org/officeDocument/2006/relationships/slide" Target="slides/slide29.xml"/><Relationship Id="rId44" Type="http://schemas.openxmlformats.org/officeDocument/2006/relationships/slide" Target="slides/slide32.xml"/><Relationship Id="rId43" Type="http://schemas.openxmlformats.org/officeDocument/2006/relationships/slide" Target="slides/slide31.xml"/><Relationship Id="rId46" Type="http://schemas.openxmlformats.org/officeDocument/2006/relationships/slide" Target="slides/slide34.xml"/><Relationship Id="rId45" Type="http://schemas.openxmlformats.org/officeDocument/2006/relationships/slide" Target="slides/slide33.xml"/><Relationship Id="rId107" Type="http://schemas.openxmlformats.org/officeDocument/2006/relationships/slide" Target="slides/slide95.xml"/><Relationship Id="rId106" Type="http://schemas.openxmlformats.org/officeDocument/2006/relationships/slide" Target="slides/slide94.xml"/><Relationship Id="rId105" Type="http://schemas.openxmlformats.org/officeDocument/2006/relationships/slide" Target="slides/slide93.xml"/><Relationship Id="rId104" Type="http://schemas.openxmlformats.org/officeDocument/2006/relationships/slide" Target="slides/slide92.xml"/><Relationship Id="rId109" Type="http://schemas.openxmlformats.org/officeDocument/2006/relationships/slide" Target="slides/slide97.xml"/><Relationship Id="rId108" Type="http://schemas.openxmlformats.org/officeDocument/2006/relationships/slide" Target="slides/slide96.xml"/><Relationship Id="rId48" Type="http://schemas.openxmlformats.org/officeDocument/2006/relationships/slide" Target="slides/slide36.xml"/><Relationship Id="rId47" Type="http://schemas.openxmlformats.org/officeDocument/2006/relationships/slide" Target="slides/slide35.xml"/><Relationship Id="rId49" Type="http://schemas.openxmlformats.org/officeDocument/2006/relationships/slide" Target="slides/slide37.xml"/><Relationship Id="rId103" Type="http://schemas.openxmlformats.org/officeDocument/2006/relationships/slide" Target="slides/slide91.xml"/><Relationship Id="rId102" Type="http://schemas.openxmlformats.org/officeDocument/2006/relationships/slide" Target="slides/slide90.xml"/><Relationship Id="rId101" Type="http://schemas.openxmlformats.org/officeDocument/2006/relationships/slide" Target="slides/slide89.xml"/><Relationship Id="rId100" Type="http://schemas.openxmlformats.org/officeDocument/2006/relationships/slide" Target="slides/slide88.xml"/><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32" Type="http://schemas.openxmlformats.org/officeDocument/2006/relationships/slide" Target="slides/slide20.xml"/><Relationship Id="rId35" Type="http://schemas.openxmlformats.org/officeDocument/2006/relationships/slide" Target="slides/slide23.xml"/><Relationship Id="rId34" Type="http://schemas.openxmlformats.org/officeDocument/2006/relationships/slide" Target="slides/slide22.xml"/><Relationship Id="rId37" Type="http://schemas.openxmlformats.org/officeDocument/2006/relationships/slide" Target="slides/slide25.xml"/><Relationship Id="rId36" Type="http://schemas.openxmlformats.org/officeDocument/2006/relationships/slide" Target="slides/slide24.xml"/><Relationship Id="rId39" Type="http://schemas.openxmlformats.org/officeDocument/2006/relationships/slide" Target="slides/slide27.xml"/><Relationship Id="rId38" Type="http://schemas.openxmlformats.org/officeDocument/2006/relationships/slide" Target="slides/slide26.xml"/><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95" Type="http://schemas.openxmlformats.org/officeDocument/2006/relationships/slide" Target="slides/slide83.xml"/><Relationship Id="rId94" Type="http://schemas.openxmlformats.org/officeDocument/2006/relationships/slide" Target="slides/slide82.xml"/><Relationship Id="rId97" Type="http://schemas.openxmlformats.org/officeDocument/2006/relationships/slide" Target="slides/slide85.xml"/><Relationship Id="rId96" Type="http://schemas.openxmlformats.org/officeDocument/2006/relationships/slide" Target="slides/slide84.xml"/><Relationship Id="rId11" Type="http://schemas.openxmlformats.org/officeDocument/2006/relationships/slideMaster" Target="slideMasters/slideMaster8.xml"/><Relationship Id="rId99" Type="http://schemas.openxmlformats.org/officeDocument/2006/relationships/slide" Target="slides/slide87.xml"/><Relationship Id="rId10" Type="http://schemas.openxmlformats.org/officeDocument/2006/relationships/slideMaster" Target="slideMasters/slideMaster7.xml"/><Relationship Id="rId98" Type="http://schemas.openxmlformats.org/officeDocument/2006/relationships/slide" Target="slides/slide86.xml"/><Relationship Id="rId13" Type="http://schemas.openxmlformats.org/officeDocument/2006/relationships/slide" Target="slides/slide1.xml"/><Relationship Id="rId12" Type="http://schemas.openxmlformats.org/officeDocument/2006/relationships/notesMaster" Target="notesMasters/notesMaster1.xml"/><Relationship Id="rId91" Type="http://schemas.openxmlformats.org/officeDocument/2006/relationships/slide" Target="slides/slide79.xml"/><Relationship Id="rId90" Type="http://schemas.openxmlformats.org/officeDocument/2006/relationships/slide" Target="slides/slide78.xml"/><Relationship Id="rId93" Type="http://schemas.openxmlformats.org/officeDocument/2006/relationships/slide" Target="slides/slide81.xml"/><Relationship Id="rId92" Type="http://schemas.openxmlformats.org/officeDocument/2006/relationships/slide" Target="slides/slide80.xml"/><Relationship Id="rId118" Type="http://schemas.openxmlformats.org/officeDocument/2006/relationships/font" Target="fonts/EBGaramond-boldItalic.fntdata"/><Relationship Id="rId117" Type="http://schemas.openxmlformats.org/officeDocument/2006/relationships/font" Target="fonts/EBGaramond-italic.fntdata"/><Relationship Id="rId116" Type="http://schemas.openxmlformats.org/officeDocument/2006/relationships/font" Target="fonts/EBGaramond-bold.fntdata"/><Relationship Id="rId115" Type="http://schemas.openxmlformats.org/officeDocument/2006/relationships/font" Target="fonts/EBGaramond-regular.fntdata"/><Relationship Id="rId15" Type="http://schemas.openxmlformats.org/officeDocument/2006/relationships/slide" Target="slides/slide3.xml"/><Relationship Id="rId110" Type="http://schemas.openxmlformats.org/officeDocument/2006/relationships/slide" Target="slides/slide98.xml"/><Relationship Id="rId14" Type="http://schemas.openxmlformats.org/officeDocument/2006/relationships/slide" Target="slides/slide2.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14" Type="http://schemas.openxmlformats.org/officeDocument/2006/relationships/slide" Target="slides/slide102.xml"/><Relationship Id="rId18" Type="http://schemas.openxmlformats.org/officeDocument/2006/relationships/slide" Target="slides/slide6.xml"/><Relationship Id="rId113" Type="http://schemas.openxmlformats.org/officeDocument/2006/relationships/slide" Target="slides/slide101.xml"/><Relationship Id="rId112" Type="http://schemas.openxmlformats.org/officeDocument/2006/relationships/slide" Target="slides/slide100.xml"/><Relationship Id="rId111" Type="http://schemas.openxmlformats.org/officeDocument/2006/relationships/slide" Target="slides/slide99.xml"/><Relationship Id="rId84" Type="http://schemas.openxmlformats.org/officeDocument/2006/relationships/slide" Target="slides/slide72.xml"/><Relationship Id="rId83" Type="http://schemas.openxmlformats.org/officeDocument/2006/relationships/slide" Target="slides/slide71.xml"/><Relationship Id="rId86" Type="http://schemas.openxmlformats.org/officeDocument/2006/relationships/slide" Target="slides/slide74.xml"/><Relationship Id="rId85" Type="http://schemas.openxmlformats.org/officeDocument/2006/relationships/slide" Target="slides/slide73.xml"/><Relationship Id="rId88" Type="http://schemas.openxmlformats.org/officeDocument/2006/relationships/slide" Target="slides/slide76.xml"/><Relationship Id="rId87" Type="http://schemas.openxmlformats.org/officeDocument/2006/relationships/slide" Target="slides/slide75.xml"/><Relationship Id="rId89" Type="http://schemas.openxmlformats.org/officeDocument/2006/relationships/slide" Target="slides/slide77.xml"/><Relationship Id="rId80" Type="http://schemas.openxmlformats.org/officeDocument/2006/relationships/slide" Target="slides/slide68.xml"/><Relationship Id="rId82" Type="http://schemas.openxmlformats.org/officeDocument/2006/relationships/slide" Target="slides/slide70.xml"/><Relationship Id="rId81" Type="http://schemas.openxmlformats.org/officeDocument/2006/relationships/slide" Target="slides/slide69.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61.xml"/><Relationship Id="rId72" Type="http://schemas.openxmlformats.org/officeDocument/2006/relationships/slide" Target="slides/slide60.xml"/><Relationship Id="rId75" Type="http://schemas.openxmlformats.org/officeDocument/2006/relationships/slide" Target="slides/slide63.xml"/><Relationship Id="rId74" Type="http://schemas.openxmlformats.org/officeDocument/2006/relationships/slide" Target="slides/slide62.xml"/><Relationship Id="rId77" Type="http://schemas.openxmlformats.org/officeDocument/2006/relationships/slide" Target="slides/slide65.xml"/><Relationship Id="rId76" Type="http://schemas.openxmlformats.org/officeDocument/2006/relationships/slide" Target="slides/slide64.xml"/><Relationship Id="rId79" Type="http://schemas.openxmlformats.org/officeDocument/2006/relationships/slide" Target="slides/slide67.xml"/><Relationship Id="rId78" Type="http://schemas.openxmlformats.org/officeDocument/2006/relationships/slide" Target="slides/slide66.xml"/><Relationship Id="rId71" Type="http://schemas.openxmlformats.org/officeDocument/2006/relationships/slide" Target="slides/slide59.xml"/><Relationship Id="rId70" Type="http://schemas.openxmlformats.org/officeDocument/2006/relationships/slide" Target="slides/slide58.xml"/><Relationship Id="rId62" Type="http://schemas.openxmlformats.org/officeDocument/2006/relationships/slide" Target="slides/slide50.xml"/><Relationship Id="rId61" Type="http://schemas.openxmlformats.org/officeDocument/2006/relationships/slide" Target="slides/slide49.xml"/><Relationship Id="rId64" Type="http://schemas.openxmlformats.org/officeDocument/2006/relationships/slide" Target="slides/slide52.xml"/><Relationship Id="rId63" Type="http://schemas.openxmlformats.org/officeDocument/2006/relationships/slide" Target="slides/slide51.xml"/><Relationship Id="rId66" Type="http://schemas.openxmlformats.org/officeDocument/2006/relationships/slide" Target="slides/slide54.xml"/><Relationship Id="rId65" Type="http://schemas.openxmlformats.org/officeDocument/2006/relationships/slide" Target="slides/slide53.xml"/><Relationship Id="rId68" Type="http://schemas.openxmlformats.org/officeDocument/2006/relationships/slide" Target="slides/slide56.xml"/><Relationship Id="rId67" Type="http://schemas.openxmlformats.org/officeDocument/2006/relationships/slide" Target="slides/slide55.xml"/><Relationship Id="rId60" Type="http://schemas.openxmlformats.org/officeDocument/2006/relationships/slide" Target="slides/slide48.xml"/><Relationship Id="rId69" Type="http://schemas.openxmlformats.org/officeDocument/2006/relationships/slide" Target="slides/slide57.xml"/><Relationship Id="rId51" Type="http://schemas.openxmlformats.org/officeDocument/2006/relationships/slide" Target="slides/slide39.xml"/><Relationship Id="rId50" Type="http://schemas.openxmlformats.org/officeDocument/2006/relationships/slide" Target="slides/slide38.xml"/><Relationship Id="rId53" Type="http://schemas.openxmlformats.org/officeDocument/2006/relationships/slide" Target="slides/slide41.xml"/><Relationship Id="rId52" Type="http://schemas.openxmlformats.org/officeDocument/2006/relationships/slide" Target="slides/slide40.xml"/><Relationship Id="rId55" Type="http://schemas.openxmlformats.org/officeDocument/2006/relationships/slide" Target="slides/slide43.xml"/><Relationship Id="rId54" Type="http://schemas.openxmlformats.org/officeDocument/2006/relationships/slide" Target="slides/slide42.xml"/><Relationship Id="rId57" Type="http://schemas.openxmlformats.org/officeDocument/2006/relationships/slide" Target="slides/slide45.xml"/><Relationship Id="rId56" Type="http://schemas.openxmlformats.org/officeDocument/2006/relationships/slide" Target="slides/slide44.xml"/><Relationship Id="rId59" Type="http://schemas.openxmlformats.org/officeDocument/2006/relationships/slide" Target="slides/slide47.xml"/><Relationship Id="rId58"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9900" cy="461962"/>
          </a:xfrm>
          <a:prstGeom prst="rect">
            <a:avLst/>
          </a:prstGeom>
          <a:noFill/>
          <a:ln>
            <a:noFill/>
          </a:ln>
        </p:spPr>
        <p:txBody>
          <a:bodyPr anchorCtr="0" anchor="t" bIns="46175" lIns="92375" spcFirstLastPara="1" rIns="92375" wrap="square" tIns="46175">
            <a:noAutofit/>
          </a:bodyPr>
          <a:lstStyle>
            <a:lvl1pPr lvl="0" marR="0" rtl="0" algn="l">
              <a:lnSpc>
                <a:spcPct val="100000"/>
              </a:lnSpc>
              <a:spcBef>
                <a:spcPts val="0"/>
              </a:spcBef>
              <a:spcAft>
                <a:spcPts val="0"/>
              </a:spcAft>
              <a:buSzPts val="1400"/>
              <a:buNone/>
              <a:defRPr b="0" i="0" sz="1600" u="none" cap="none" strike="noStrike">
                <a:solidFill>
                  <a:srgbClr val="275AFF"/>
                </a:solidFill>
                <a:latin typeface="Arial"/>
                <a:ea typeface="Arial"/>
                <a:cs typeface="Arial"/>
                <a:sym typeface="Arial"/>
              </a:defRPr>
            </a:lvl1pPr>
            <a:lvl2pPr lvl="1"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2pPr>
            <a:lvl3pPr lvl="2"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3pPr>
            <a:lvl4pPr lvl="3"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4pPr>
            <a:lvl5pPr lvl="4"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5pPr>
            <a:lvl6pPr lvl="5"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6pPr>
            <a:lvl7pPr lvl="6"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7pPr>
            <a:lvl8pPr lvl="7"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8pPr>
            <a:lvl9pPr lvl="8" marR="0" rtl="0" algn="l">
              <a:lnSpc>
                <a:spcPct val="100000"/>
              </a:lnSpc>
              <a:spcBef>
                <a:spcPts val="400"/>
              </a:spcBef>
              <a:spcAft>
                <a:spcPts val="400"/>
              </a:spcAft>
              <a:buSzPts val="1400"/>
              <a:buNone/>
              <a:defRPr b="0" i="0" sz="1600" u="none" cap="none" strike="noStrike">
                <a:solidFill>
                  <a:srgbClr val="275AFF"/>
                </a:solidFill>
                <a:latin typeface="Arial"/>
                <a:ea typeface="Arial"/>
                <a:cs typeface="Arial"/>
                <a:sym typeface="Arial"/>
              </a:defRPr>
            </a:lvl9pPr>
          </a:lstStyle>
          <a:p/>
        </p:txBody>
      </p:sp>
      <p:sp>
        <p:nvSpPr>
          <p:cNvPr id="4" name="Google Shape;4;n"/>
          <p:cNvSpPr txBox="1"/>
          <p:nvPr>
            <p:ph idx="10" type="dt"/>
          </p:nvPr>
        </p:nvSpPr>
        <p:spPr>
          <a:xfrm>
            <a:off x="3935412" y="0"/>
            <a:ext cx="3009900" cy="461962"/>
          </a:xfrm>
          <a:prstGeom prst="rect">
            <a:avLst/>
          </a:prstGeom>
          <a:noFill/>
          <a:ln>
            <a:noFill/>
          </a:ln>
        </p:spPr>
        <p:txBody>
          <a:bodyPr anchorCtr="0" anchor="t" bIns="46175" lIns="92375" spcFirstLastPara="1" rIns="92375" wrap="square" tIns="46175">
            <a:noAutofit/>
          </a:bodyPr>
          <a:lstStyle>
            <a:lvl1pPr lvl="0" marR="0" rtl="0" algn="l">
              <a:lnSpc>
                <a:spcPct val="100000"/>
              </a:lnSpc>
              <a:spcBef>
                <a:spcPts val="0"/>
              </a:spcBef>
              <a:spcAft>
                <a:spcPts val="0"/>
              </a:spcAft>
              <a:buSzPts val="1400"/>
              <a:buNone/>
              <a:defRPr b="0" i="0" sz="1600" u="none" cap="none" strike="noStrike">
                <a:solidFill>
                  <a:srgbClr val="275AFF"/>
                </a:solidFill>
                <a:latin typeface="Arial"/>
                <a:ea typeface="Arial"/>
                <a:cs typeface="Arial"/>
                <a:sym typeface="Arial"/>
              </a:defRPr>
            </a:lvl1pPr>
            <a:lvl2pPr lvl="1"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2pPr>
            <a:lvl3pPr lvl="2"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3pPr>
            <a:lvl4pPr lvl="3"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4pPr>
            <a:lvl5pPr lvl="4"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5pPr>
            <a:lvl6pPr lvl="5"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6pPr>
            <a:lvl7pPr lvl="6"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7pPr>
            <a:lvl8pPr lvl="7"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8pPr>
            <a:lvl9pPr lvl="8" marR="0" rtl="0" algn="l">
              <a:lnSpc>
                <a:spcPct val="100000"/>
              </a:lnSpc>
              <a:spcBef>
                <a:spcPts val="400"/>
              </a:spcBef>
              <a:spcAft>
                <a:spcPts val="400"/>
              </a:spcAft>
              <a:buSzPts val="1400"/>
              <a:buNone/>
              <a:defRPr b="0" i="0" sz="1600" u="none" cap="none" strike="noStrike">
                <a:solidFill>
                  <a:srgbClr val="275AFF"/>
                </a:solidFill>
                <a:latin typeface="Arial"/>
                <a:ea typeface="Arial"/>
                <a:cs typeface="Arial"/>
                <a:sym typeface="Arial"/>
              </a:defRPr>
            </a:lvl9pPr>
          </a:lstStyle>
          <a:p/>
        </p:txBody>
      </p:sp>
      <p:sp>
        <p:nvSpPr>
          <p:cNvPr id="5" name="Google Shape;5;n"/>
          <p:cNvSpPr/>
          <p:nvPr>
            <p:ph idx="3"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756650"/>
            <a:ext cx="3009900" cy="461962"/>
          </a:xfrm>
          <a:prstGeom prst="rect">
            <a:avLst/>
          </a:prstGeom>
          <a:noFill/>
          <a:ln>
            <a:noFill/>
          </a:ln>
        </p:spPr>
        <p:txBody>
          <a:bodyPr anchorCtr="0" anchor="b" bIns="46175" lIns="92375" spcFirstLastPara="1" rIns="92375" wrap="square" tIns="46175">
            <a:noAutofit/>
          </a:bodyPr>
          <a:lstStyle>
            <a:lvl1pPr lvl="0" marR="0" rtl="0" algn="l">
              <a:lnSpc>
                <a:spcPct val="100000"/>
              </a:lnSpc>
              <a:spcBef>
                <a:spcPts val="0"/>
              </a:spcBef>
              <a:spcAft>
                <a:spcPts val="0"/>
              </a:spcAft>
              <a:buSzPts val="1400"/>
              <a:buNone/>
              <a:defRPr b="0" i="0" sz="1600" u="none" cap="none" strike="noStrike">
                <a:solidFill>
                  <a:srgbClr val="275AFF"/>
                </a:solidFill>
                <a:latin typeface="Arial"/>
                <a:ea typeface="Arial"/>
                <a:cs typeface="Arial"/>
                <a:sym typeface="Arial"/>
              </a:defRPr>
            </a:lvl1pPr>
            <a:lvl2pPr lvl="1"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2pPr>
            <a:lvl3pPr lvl="2"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3pPr>
            <a:lvl4pPr lvl="3"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4pPr>
            <a:lvl5pPr lvl="4"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5pPr>
            <a:lvl6pPr lvl="5"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6pPr>
            <a:lvl7pPr lvl="6"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7pPr>
            <a:lvl8pPr lvl="7" marR="0" rtl="0" algn="l">
              <a:lnSpc>
                <a:spcPct val="100000"/>
              </a:lnSpc>
              <a:spcBef>
                <a:spcPts val="400"/>
              </a:spcBef>
              <a:spcAft>
                <a:spcPts val="0"/>
              </a:spcAft>
              <a:buSzPts val="1400"/>
              <a:buNone/>
              <a:defRPr b="0" i="0" sz="1600" u="none" cap="none" strike="noStrike">
                <a:solidFill>
                  <a:srgbClr val="275AFF"/>
                </a:solidFill>
                <a:latin typeface="Arial"/>
                <a:ea typeface="Arial"/>
                <a:cs typeface="Arial"/>
                <a:sym typeface="Arial"/>
              </a:defRPr>
            </a:lvl8pPr>
            <a:lvl9pPr lvl="8" marR="0" rtl="0" algn="l">
              <a:lnSpc>
                <a:spcPct val="100000"/>
              </a:lnSpc>
              <a:spcBef>
                <a:spcPts val="400"/>
              </a:spcBef>
              <a:spcAft>
                <a:spcPts val="400"/>
              </a:spcAft>
              <a:buSzPts val="1400"/>
              <a:buNone/>
              <a:defRPr b="0" i="0" sz="1600" u="none" cap="none" strike="noStrike">
                <a:solidFill>
                  <a:srgbClr val="275AFF"/>
                </a:solidFill>
                <a:latin typeface="Arial"/>
                <a:ea typeface="Arial"/>
                <a:cs typeface="Arial"/>
                <a:sym typeface="Arial"/>
              </a:defRPr>
            </a:lvl9pPr>
          </a:lstStyle>
          <a:p/>
        </p:txBody>
      </p:sp>
      <p:sp>
        <p:nvSpPr>
          <p:cNvPr id="8" name="Google Shape;8;n"/>
          <p:cNvSpPr txBox="1"/>
          <p:nvPr>
            <p:ph idx="12" type="sldNum"/>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
        <p:nvSpPr>
          <p:cNvPr id="292" name="Google Shape;292;p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
        <p:nvSpPr>
          <p:cNvPr id="299" name="Google Shape;299;p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
        <p:nvSpPr>
          <p:cNvPr id="307" name="Google Shape;307;p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15" name="Google Shape;315;p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23" name="Google Shape;323;p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31" name="Google Shape;331;p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39" name="Google Shape;339;p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47" name="Google Shape;347;p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9: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355" name="Google Shape;355;p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0: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362" name="Google Shape;362;p1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1: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374" name="Google Shape;374;p1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2: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386" name="Google Shape;386;p1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393" name="Google Shape;393;p1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4: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414" name="Google Shape;414;p1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5:notes"/>
          <p:cNvSpPr txBox="1"/>
          <p:nvPr>
            <p:ph idx="1" type="body"/>
          </p:nvPr>
        </p:nvSpPr>
        <p:spPr>
          <a:xfrm>
            <a:off x="695325" y="4379912"/>
            <a:ext cx="5556250" cy="4149725"/>
          </a:xfrm>
          <a:prstGeom prst="rect">
            <a:avLst/>
          </a:prstGeom>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
        <p:nvSpPr>
          <p:cNvPr id="421" name="Google Shape;421;p1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28" name="Google Shape;428;p1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36" name="Google Shape;436;p1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1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44" name="Google Shape;444;p1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1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52" name="Google Shape;452;p1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1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60" name="Google Shape;460;p2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2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68" name="Google Shape;468;p2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2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83" name="Google Shape;483;p2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92" name="Google Shape;492;p2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2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00" name="Google Shape;500;p2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2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08" name="Google Shape;508;p2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2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17" name="Google Shape;517;p2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2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25" name="Google Shape;525;p2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2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40" name="Google Shape;540;p2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2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48" name="Google Shape;548;p2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2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56" name="Google Shape;556;p3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3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64" name="Google Shape;564;p3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72" name="Google Shape;572;p3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3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80" name="Google Shape;580;p3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 name="Google Shape;581;p3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88" name="Google Shape;588;p3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3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96" name="Google Shape;596;p3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3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04" name="Google Shape;604;p3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3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12" name="Google Shape;612;p3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3" name="Google Shape;613;p3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20" name="Google Shape;620;p3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3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31" name="Google Shape;631;p3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2" name="Google Shape;632;p3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43" name="Google Shape;643;p4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4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54" name="Google Shape;654;p4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4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65" name="Google Shape;665;p4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 name="Google Shape;666;p4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4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78" name="Google Shape;678;p4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4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86" name="Google Shape;686;p4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4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97" name="Google Shape;697;p4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8" name="Google Shape;698;p4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4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08" name="Google Shape;708;p4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4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16" name="Google Shape;716;p4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4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4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25" name="Google Shape;725;p4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 name="Google Shape;726;p4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4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34" name="Google Shape;734;p4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p4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5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45" name="Google Shape;745;p5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5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53" name="Google Shape;753;p5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4" name="Google Shape;754;p5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5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61" name="Google Shape;761;p5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2" name="Google Shape;762;p5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5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69" name="Google Shape;769;p5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0" name="Google Shape;770;p5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5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77" name="Google Shape;777;p5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5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88" name="Google Shape;788;p5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5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5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96" name="Google Shape;796;p5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7" name="Google Shape;797;p5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04" name="Google Shape;804;p5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5" name="Google Shape;805;p5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5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13" name="Google Shape;813;p5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5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5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22" name="Google Shape;822;p5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3" name="Google Shape;823;p5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31" name="Google Shape;831;p6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2" name="Google Shape;832;p6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6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39" name="Google Shape;839;p6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6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6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47" name="Google Shape;847;p6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8" name="Google Shape;848;p6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6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55" name="Google Shape;855;p6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p6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6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63" name="Google Shape;863;p6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4" name="Google Shape;864;p6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6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71" name="Google Shape;871;p6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2" name="Google Shape;872;p6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6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79" name="Google Shape;879;p6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6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6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87" name="Google Shape;887;p6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p6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6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95" name="Google Shape;895;p6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6" name="Google Shape;896;p6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6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03" name="Google Shape;903;p6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4" name="Google Shape;904;p6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7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11" name="Google Shape;911;p7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2" name="Google Shape;912;p7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7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19" name="Google Shape;919;p7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0" name="Google Shape;920;p7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7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27" name="Google Shape;927;p7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8" name="Google Shape;928;p7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7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35" name="Google Shape;935;p7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6" name="Google Shape;936;p7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7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43" name="Google Shape;943;p7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4" name="Google Shape;944;p7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7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56" name="Google Shape;956;p7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7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69" name="Google Shape;969;p7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0" name="Google Shape;970;p7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7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78" name="Google Shape;978;p7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7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7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87" name="Google Shape;987;p7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8" name="Google Shape;988;p7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7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99" name="Google Shape;999;p7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p7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8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07" name="Google Shape;1007;p8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8" name="Google Shape;1008;p8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8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15" name="Google Shape;1015;p8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6" name="Google Shape;1016;p8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8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23" name="Google Shape;1023;p8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4" name="Google Shape;1024;p8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8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31" name="Google Shape;1031;p8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2" name="Google Shape;1032;p8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8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39" name="Google Shape;1039;p8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0" name="Google Shape;1040;p8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8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47" name="Google Shape;1047;p8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8" name="Google Shape;1048;p8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8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55" name="Google Shape;1055;p8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6" name="Google Shape;1056;p8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8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63" name="Google Shape;1063;p8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4" name="Google Shape;1064;p8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8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75" name="Google Shape;1075;p8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6" name="Google Shape;1076;p8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8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86" name="Google Shape;1086;p8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p8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9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95" name="Google Shape;1095;p9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6" name="Google Shape;1096;p9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9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04" name="Google Shape;1104;p9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5" name="Google Shape;1105;p9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9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12" name="Google Shape;1112;p9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3" name="Google Shape;1113;p9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93: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20" name="Google Shape;1120;p93: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p93: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94: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28" name="Google Shape;1128;p94: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9" name="Google Shape;1129;p94: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95: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39" name="Google Shape;1139;p95: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0" name="Google Shape;1140;p95: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96: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53" name="Google Shape;1153;p96: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4" name="Google Shape;1154;p96: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97: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65" name="Google Shape;1165;p97: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6" name="Google Shape;1166;p97: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98: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78" name="Google Shape;1178;p98: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9" name="Google Shape;1179;p98: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99: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86" name="Google Shape;1186;p99: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7" name="Google Shape;1187;p99: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00: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97" name="Google Shape;1197;p100: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8" name="Google Shape;1198;p100: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101: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208" name="Google Shape;1208;p101: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9" name="Google Shape;1209;p101: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102:notes"/>
          <p:cNvSpPr txBox="1"/>
          <p:nvPr/>
        </p:nvSpPr>
        <p:spPr>
          <a:xfrm>
            <a:off x="3935412" y="8756650"/>
            <a:ext cx="3009900" cy="461962"/>
          </a:xfrm>
          <a:prstGeom prst="rect">
            <a:avLst/>
          </a:prstGeom>
          <a:noFill/>
          <a:ln>
            <a:noFill/>
          </a:ln>
        </p:spPr>
        <p:txBody>
          <a:bodyPr anchorCtr="0" anchor="b" bIns="46175" lIns="92375" spcFirstLastPara="1" rIns="92375" wrap="square" tIns="461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217" name="Google Shape;1217;p102:notes"/>
          <p:cNvSpPr/>
          <p:nvPr>
            <p:ph idx="2" type="sldImg"/>
          </p:nvPr>
        </p:nvSpPr>
        <p:spPr>
          <a:xfrm>
            <a:off x="1168400" y="690562"/>
            <a:ext cx="4610100"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8" name="Google Shape;1218;p102:notes"/>
          <p:cNvSpPr txBox="1"/>
          <p:nvPr>
            <p:ph idx="1" type="body"/>
          </p:nvPr>
        </p:nvSpPr>
        <p:spPr>
          <a:xfrm>
            <a:off x="695325" y="4379912"/>
            <a:ext cx="5556250" cy="4149725"/>
          </a:xfrm>
          <a:prstGeom prst="rect">
            <a:avLst/>
          </a:prstGeom>
          <a:noFill/>
          <a:ln>
            <a:noFill/>
          </a:ln>
        </p:spPr>
        <p:txBody>
          <a:bodyPr anchorCtr="0" anchor="t" bIns="46175" lIns="92375" spcFirstLastPara="1" rIns="92375" wrap="square" tIns="4617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15" name="Google Shape;15;p2"/>
          <p:cNvSpPr txBox="1"/>
          <p:nvPr>
            <p:ph idx="1" type="body"/>
          </p:nvPr>
        </p:nvSpPr>
        <p:spPr>
          <a:xfrm>
            <a:off x="914400" y="2514600"/>
            <a:ext cx="7315200" cy="3771900"/>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a:lvl1pPr>
            <a:lvl2pPr indent="-228600" lvl="1" marL="914400" algn="ctr">
              <a:lnSpc>
                <a:spcPct val="95000"/>
              </a:lnSpc>
              <a:spcBef>
                <a:spcPts val="360"/>
              </a:spcBef>
              <a:spcAft>
                <a:spcPts val="0"/>
              </a:spcAft>
              <a:buSzPts val="1400"/>
              <a:buNone/>
              <a:defRPr/>
            </a:lvl2pPr>
            <a:lvl3pPr indent="-228600" lvl="2" marL="1371600" algn="l">
              <a:lnSpc>
                <a:spcPct val="95000"/>
              </a:lnSpc>
              <a:spcBef>
                <a:spcPts val="360"/>
              </a:spcBef>
              <a:spcAft>
                <a:spcPts val="0"/>
              </a:spcAft>
              <a:buSzPts val="1400"/>
              <a:buNone/>
              <a:defRPr/>
            </a:lvl3pPr>
            <a:lvl4pPr indent="-228600" lvl="3" marL="1828800" algn="l">
              <a:lnSpc>
                <a:spcPct val="95000"/>
              </a:lnSpc>
              <a:spcBef>
                <a:spcPts val="360"/>
              </a:spcBef>
              <a:spcAft>
                <a:spcPts val="0"/>
              </a:spcAft>
              <a:buSzPts val="1400"/>
              <a:buNone/>
              <a:defRPr/>
            </a:lvl4pPr>
            <a:lvl5pPr indent="-228600" lvl="4" marL="2286000" algn="l">
              <a:lnSpc>
                <a:spcPct val="95000"/>
              </a:lnSpc>
              <a:spcBef>
                <a:spcPts val="360"/>
              </a:spcBef>
              <a:spcAft>
                <a:spcPts val="0"/>
              </a:spcAft>
              <a:buSzPts val="1400"/>
              <a:buNone/>
              <a:defRPr/>
            </a:lvl5pPr>
            <a:lvl6pPr indent="-228600" lvl="5" marL="2743200" algn="l">
              <a:lnSpc>
                <a:spcPct val="95000"/>
              </a:lnSpc>
              <a:spcBef>
                <a:spcPts val="360"/>
              </a:spcBef>
              <a:spcAft>
                <a:spcPts val="0"/>
              </a:spcAft>
              <a:buSzPts val="1400"/>
              <a:buNone/>
              <a:defRPr/>
            </a:lvl6pPr>
            <a:lvl7pPr indent="-228600" lvl="6" marL="3200400" algn="l">
              <a:lnSpc>
                <a:spcPct val="95000"/>
              </a:lnSpc>
              <a:spcBef>
                <a:spcPts val="360"/>
              </a:spcBef>
              <a:spcAft>
                <a:spcPts val="0"/>
              </a:spcAft>
              <a:buSzPts val="1400"/>
              <a:buNone/>
              <a:defRPr/>
            </a:lvl7pPr>
            <a:lvl8pPr indent="-228600" lvl="7" marL="3657600" algn="l">
              <a:lnSpc>
                <a:spcPct val="95000"/>
              </a:lnSpc>
              <a:spcBef>
                <a:spcPts val="360"/>
              </a:spcBef>
              <a:spcAft>
                <a:spcPts val="0"/>
              </a:spcAft>
              <a:buSzPts val="1400"/>
              <a:buNone/>
              <a:defRPr/>
            </a:lvl8pPr>
            <a:lvl9pPr indent="-228600" lvl="8" marL="4114800" algn="l">
              <a:lnSpc>
                <a:spcPct val="95000"/>
              </a:lnSpc>
              <a:spcBef>
                <a:spcPts val="360"/>
              </a:spcBef>
              <a:spcAft>
                <a:spcPts val="360"/>
              </a:spcAft>
              <a:buSzPts val="1400"/>
              <a:buNone/>
              <a:defRPr/>
            </a:lvl9pPr>
          </a:lstStyle>
          <a:p/>
        </p:txBody>
      </p:sp>
      <p:sp>
        <p:nvSpPr>
          <p:cNvPr id="16" name="Google Shape;16;p2"/>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228600" lvl="3" marL="1828800" algn="l">
              <a:spcBef>
                <a:spcPts val="450"/>
              </a:spcBef>
              <a:spcAft>
                <a:spcPts val="0"/>
              </a:spcAft>
              <a:buSzPts val="1400"/>
              <a:buNone/>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
        <p:nvSpPr>
          <p:cNvPr id="24" name="Google Shape;24;p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6"/>
          <p:cNvSpPr txBox="1"/>
          <p:nvPr>
            <p:ph type="title"/>
          </p:nvPr>
        </p:nvSpPr>
        <p:spPr>
          <a:xfrm>
            <a:off x="228600" y="5334000"/>
            <a:ext cx="8686800" cy="11430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33" name="Google Shape;33;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3000" u="none" cap="none" strike="noStrike">
                <a:solidFill>
                  <a:srgbClr val="4E87C6"/>
                </a:solidFill>
                <a:latin typeface="EB Garamond"/>
                <a:ea typeface="EB Garamond"/>
                <a:cs typeface="EB Garamond"/>
                <a:sym typeface="EB Garamond"/>
              </a:defRPr>
            </a:lvl1pPr>
            <a:lvl2pPr indent="-228600" lvl="1" marL="914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2pPr>
            <a:lvl3pPr indent="-228600" lvl="2" marL="1371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3pPr>
            <a:lvl4pPr indent="-228600" lvl="3" marL="18288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4pPr>
            <a:lvl5pPr indent="-228600" lvl="4" marL="22860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5pPr>
            <a:lvl6pPr indent="-228600" lvl="5" marL="27432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6pPr>
            <a:lvl7pPr indent="-228600" lvl="6" marL="3200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7pPr>
            <a:lvl8pPr indent="-228600" lvl="7" marL="3657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8pPr>
            <a:lvl9pPr indent="-228600" lvl="8" marL="4114800" marR="0" rtl="0" algn="l">
              <a:spcBef>
                <a:spcPts val="750"/>
              </a:spcBef>
              <a:spcAft>
                <a:spcPts val="750"/>
              </a:spcAft>
              <a:buSzPts val="1400"/>
              <a:buNone/>
              <a:defRPr b="1" i="1" sz="3000" u="none" cap="none" strike="noStrike">
                <a:solidFill>
                  <a:srgbClr val="4E87C6"/>
                </a:solidFill>
                <a:latin typeface="EB Garamond"/>
                <a:ea typeface="EB Garamond"/>
                <a:cs typeface="EB Garamond"/>
                <a:sym typeface="EB Garamond"/>
              </a:defRPr>
            </a:lvl9pPr>
          </a:lstStyle>
          <a:p/>
        </p:txBody>
      </p:sp>
      <p:sp>
        <p:nvSpPr>
          <p:cNvPr id="34" name="Google Shape;34;p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35" name="Shape 35"/>
        <p:cNvGrpSpPr/>
        <p:nvPr/>
      </p:nvGrpSpPr>
      <p:grpSpPr>
        <a:xfrm>
          <a:off x="0" y="0"/>
          <a:ext cx="0" cy="0"/>
          <a:chOff x="0" y="0"/>
          <a:chExt cx="0" cy="0"/>
        </a:xfrm>
      </p:grpSpPr>
      <p:sp>
        <p:nvSpPr>
          <p:cNvPr id="36" name="Google Shape;36;p7"/>
          <p:cNvSpPr txBox="1"/>
          <p:nvPr>
            <p:ph idx="1" type="body"/>
          </p:nvPr>
        </p:nvSpPr>
        <p:spPr>
          <a:xfrm>
            <a:off x="228600" y="1600200"/>
            <a:ext cx="8686800" cy="4876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3000" u="none" cap="none" strike="noStrike">
                <a:solidFill>
                  <a:srgbClr val="4E87C6"/>
                </a:solidFill>
                <a:latin typeface="EB Garamond"/>
                <a:ea typeface="EB Garamond"/>
                <a:cs typeface="EB Garamond"/>
                <a:sym typeface="EB Garamond"/>
              </a:defRPr>
            </a:lvl1pPr>
            <a:lvl2pPr indent="-228600" lvl="1" marL="914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2pPr>
            <a:lvl3pPr indent="-228600" lvl="2" marL="1371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3pPr>
            <a:lvl4pPr indent="-228600" lvl="3" marL="18288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4pPr>
            <a:lvl5pPr indent="-228600" lvl="4" marL="22860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5pPr>
            <a:lvl6pPr indent="-228600" lvl="5" marL="27432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6pPr>
            <a:lvl7pPr indent="-228600" lvl="6" marL="3200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7pPr>
            <a:lvl8pPr indent="-228600" lvl="7" marL="3657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8pPr>
            <a:lvl9pPr indent="-228600" lvl="8" marL="4114800" marR="0" rtl="0" algn="l">
              <a:spcBef>
                <a:spcPts val="750"/>
              </a:spcBef>
              <a:spcAft>
                <a:spcPts val="750"/>
              </a:spcAft>
              <a:buSzPts val="1400"/>
              <a:buNone/>
              <a:defRPr b="1" i="1" sz="3000" u="none" cap="none" strike="noStrike">
                <a:solidFill>
                  <a:srgbClr val="4E87C6"/>
                </a:solidFill>
                <a:latin typeface="EB Garamond"/>
                <a:ea typeface="EB Garamond"/>
                <a:cs typeface="EB Garamond"/>
                <a:sym typeface="EB Garamond"/>
              </a:defRPr>
            </a:lvl9pPr>
          </a:lstStyle>
          <a:p/>
        </p:txBody>
      </p:sp>
      <p:sp>
        <p:nvSpPr>
          <p:cNvPr id="37" name="Google Shape;37;p7"/>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 name="Shape 38"/>
        <p:cNvGrpSpPr/>
        <p:nvPr/>
      </p:nvGrpSpPr>
      <p:grpSpPr>
        <a:xfrm>
          <a:off x="0" y="0"/>
          <a:ext cx="0" cy="0"/>
          <a:chOff x="0" y="0"/>
          <a:chExt cx="0" cy="0"/>
        </a:xfrm>
      </p:grpSpPr>
      <p:sp>
        <p:nvSpPr>
          <p:cNvPr id="39" name="Google Shape;39;p8"/>
          <p:cNvSpPr txBox="1"/>
          <p:nvPr>
            <p:ph type="title"/>
          </p:nvPr>
        </p:nvSpPr>
        <p:spPr>
          <a:xfrm rot="5400000">
            <a:off x="5391150" y="2952750"/>
            <a:ext cx="4876800" cy="21717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40" name="Google Shape;40;p8"/>
          <p:cNvSpPr txBox="1"/>
          <p:nvPr>
            <p:ph idx="1" type="body"/>
          </p:nvPr>
        </p:nvSpPr>
        <p:spPr>
          <a:xfrm rot="5400000">
            <a:off x="971550" y="857250"/>
            <a:ext cx="4876800" cy="63627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3000" u="none" cap="none" strike="noStrike">
                <a:solidFill>
                  <a:srgbClr val="4E87C6"/>
                </a:solidFill>
                <a:latin typeface="EB Garamond"/>
                <a:ea typeface="EB Garamond"/>
                <a:cs typeface="EB Garamond"/>
                <a:sym typeface="EB Garamond"/>
              </a:defRPr>
            </a:lvl1pPr>
            <a:lvl2pPr indent="-228600" lvl="1" marL="914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2pPr>
            <a:lvl3pPr indent="-228600" lvl="2" marL="1371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3pPr>
            <a:lvl4pPr indent="-228600" lvl="3" marL="18288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4pPr>
            <a:lvl5pPr indent="-228600" lvl="4" marL="22860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5pPr>
            <a:lvl6pPr indent="-228600" lvl="5" marL="27432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6pPr>
            <a:lvl7pPr indent="-228600" lvl="6" marL="3200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7pPr>
            <a:lvl8pPr indent="-228600" lvl="7" marL="3657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8pPr>
            <a:lvl9pPr indent="-228600" lvl="8" marL="4114800" marR="0" rtl="0" algn="l">
              <a:spcBef>
                <a:spcPts val="750"/>
              </a:spcBef>
              <a:spcAft>
                <a:spcPts val="750"/>
              </a:spcAft>
              <a:buSzPts val="1400"/>
              <a:buNone/>
              <a:defRPr b="1" i="1" sz="3000" u="none" cap="none" strike="noStrike">
                <a:solidFill>
                  <a:srgbClr val="4E87C6"/>
                </a:solidFill>
                <a:latin typeface="EB Garamond"/>
                <a:ea typeface="EB Garamond"/>
                <a:cs typeface="EB Garamond"/>
                <a:sym typeface="EB Garamond"/>
              </a:defRPr>
            </a:lvl9pPr>
          </a:lstStyle>
          <a:p/>
        </p:txBody>
      </p:sp>
      <p:sp>
        <p:nvSpPr>
          <p:cNvPr id="41" name="Google Shape;41;p8"/>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9"/>
          <p:cNvSpPr txBox="1"/>
          <p:nvPr>
            <p:ph type="title"/>
          </p:nvPr>
        </p:nvSpPr>
        <p:spPr>
          <a:xfrm>
            <a:off x="228600" y="5334000"/>
            <a:ext cx="8686800" cy="11430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44" name="Google Shape;44;p9"/>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3000" u="none" cap="none" strike="noStrike">
                <a:solidFill>
                  <a:srgbClr val="4E87C6"/>
                </a:solidFill>
                <a:latin typeface="EB Garamond"/>
                <a:ea typeface="EB Garamond"/>
                <a:cs typeface="EB Garamond"/>
                <a:sym typeface="EB Garamond"/>
              </a:defRPr>
            </a:lvl1pPr>
            <a:lvl2pPr indent="-228600" lvl="1" marL="914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2pPr>
            <a:lvl3pPr indent="-228600" lvl="2" marL="1371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3pPr>
            <a:lvl4pPr indent="-228600" lvl="3" marL="18288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4pPr>
            <a:lvl5pPr indent="-228600" lvl="4" marL="22860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5pPr>
            <a:lvl6pPr indent="-228600" lvl="5" marL="27432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6pPr>
            <a:lvl7pPr indent="-228600" lvl="6" marL="32004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7pPr>
            <a:lvl8pPr indent="-228600" lvl="7" marL="3657600" marR="0" rtl="0" algn="l">
              <a:spcBef>
                <a:spcPts val="750"/>
              </a:spcBef>
              <a:spcAft>
                <a:spcPts val="0"/>
              </a:spcAft>
              <a:buSzPts val="1400"/>
              <a:buNone/>
              <a:defRPr b="1" i="1" sz="3000" u="none" cap="none" strike="noStrike">
                <a:solidFill>
                  <a:srgbClr val="4E87C6"/>
                </a:solidFill>
                <a:latin typeface="EB Garamond"/>
                <a:ea typeface="EB Garamond"/>
                <a:cs typeface="EB Garamond"/>
                <a:sym typeface="EB Garamond"/>
              </a:defRPr>
            </a:lvl8pPr>
            <a:lvl9pPr indent="-228600" lvl="8" marL="4114800" marR="0" rtl="0" algn="l">
              <a:spcBef>
                <a:spcPts val="750"/>
              </a:spcBef>
              <a:spcAft>
                <a:spcPts val="750"/>
              </a:spcAft>
              <a:buSzPts val="1400"/>
              <a:buNone/>
              <a:defRPr b="1" i="1" sz="3000" u="none" cap="none" strike="noStrike">
                <a:solidFill>
                  <a:srgbClr val="4E87C6"/>
                </a:solidFill>
                <a:latin typeface="EB Garamond"/>
                <a:ea typeface="EB Garamond"/>
                <a:cs typeface="EB Garamond"/>
                <a:sym typeface="EB Garamond"/>
              </a:defRPr>
            </a:lvl9pPr>
          </a:lstStyle>
          <a:p/>
        </p:txBody>
      </p:sp>
      <p:sp>
        <p:nvSpPr>
          <p:cNvPr id="45" name="Google Shape;45;p9"/>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0">
            <a:noAutofit/>
          </a:bodyPr>
          <a:lstStyle>
            <a:lvl1pPr lvl="0" algn="l">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48" name="Google Shape;48;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200"/>
              <a:buFont typeface="EB Garamond"/>
              <a:buNone/>
              <a:defRPr b="1" i="1" sz="3200" u="none" cap="none" strike="noStrike">
                <a:solidFill>
                  <a:srgbClr val="4E87C6"/>
                </a:solidFill>
                <a:latin typeface="EB Garamond"/>
                <a:ea typeface="EB Garamond"/>
                <a:cs typeface="EB Garamond"/>
                <a:sym typeface="EB Garamond"/>
              </a:defRPr>
            </a:lvl1pPr>
            <a:lvl2pPr lvl="1" marR="0" rtl="0" algn="l">
              <a:spcBef>
                <a:spcPts val="800"/>
              </a:spcBef>
              <a:spcAft>
                <a:spcPts val="0"/>
              </a:spcAft>
              <a:buClr>
                <a:schemeClr val="dk1"/>
              </a:buClr>
              <a:buSzPts val="2800"/>
              <a:buFont typeface="Arial"/>
              <a:buNone/>
              <a:defRPr b="1" i="1" sz="2800" u="none" cap="none" strike="noStrike">
                <a:solidFill>
                  <a:srgbClr val="4E87C6"/>
                </a:solidFill>
                <a:latin typeface="EB Garamond"/>
                <a:ea typeface="EB Garamond"/>
                <a:cs typeface="EB Garamond"/>
                <a:sym typeface="EB Garamond"/>
              </a:defRPr>
            </a:lvl2pPr>
            <a:lvl3pPr lvl="2" marR="0" rtl="0" algn="l">
              <a:spcBef>
                <a:spcPts val="700"/>
              </a:spcBef>
              <a:spcAft>
                <a:spcPts val="0"/>
              </a:spcAft>
              <a:buClr>
                <a:schemeClr val="dk1"/>
              </a:buClr>
              <a:buSzPts val="2400"/>
              <a:buFont typeface="EB Garamond"/>
              <a:buNone/>
              <a:defRPr b="1" i="1" sz="2400" u="none" cap="none" strike="noStrike">
                <a:solidFill>
                  <a:srgbClr val="4E87C6"/>
                </a:solidFill>
                <a:latin typeface="EB Garamond"/>
                <a:ea typeface="EB Garamond"/>
                <a:cs typeface="EB Garamond"/>
                <a:sym typeface="EB Garamond"/>
              </a:defRPr>
            </a:lvl3pPr>
            <a:lvl4pPr lvl="3" marR="0" rtl="0" algn="l">
              <a:spcBef>
                <a:spcPts val="600"/>
              </a:spcBef>
              <a:spcAft>
                <a:spcPts val="0"/>
              </a:spcAft>
              <a:buClr>
                <a:schemeClr val="dk1"/>
              </a:buClr>
              <a:buSzPts val="2000"/>
              <a:buFont typeface="Arial"/>
              <a:buNone/>
              <a:defRPr b="1" i="1" sz="2000" u="none" cap="none" strike="noStrike">
                <a:solidFill>
                  <a:srgbClr val="4E87C6"/>
                </a:solidFill>
                <a:latin typeface="EB Garamond"/>
                <a:ea typeface="EB Garamond"/>
                <a:cs typeface="EB Garamond"/>
                <a:sym typeface="EB Garamond"/>
              </a:defRPr>
            </a:lvl4pPr>
            <a:lvl5pPr lvl="4" marR="0" rtl="0" algn="l">
              <a:spcBef>
                <a:spcPts val="500"/>
              </a:spcBef>
              <a:spcAft>
                <a:spcPts val="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5pPr>
            <a:lvl6pPr lvl="5" marR="0" rtl="0" algn="l">
              <a:spcBef>
                <a:spcPts val="500"/>
              </a:spcBef>
              <a:spcAft>
                <a:spcPts val="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6pPr>
            <a:lvl7pPr lvl="6" marR="0" rtl="0" algn="l">
              <a:spcBef>
                <a:spcPts val="500"/>
              </a:spcBef>
              <a:spcAft>
                <a:spcPts val="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7pPr>
            <a:lvl8pPr lvl="7" marR="0" rtl="0" algn="l">
              <a:spcBef>
                <a:spcPts val="500"/>
              </a:spcBef>
              <a:spcAft>
                <a:spcPts val="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8pPr>
            <a:lvl9pPr lvl="8" marR="0" rtl="0" algn="l">
              <a:spcBef>
                <a:spcPts val="500"/>
              </a:spcBef>
              <a:spcAft>
                <a:spcPts val="50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9pPr>
          </a:lstStyle>
          <a:p/>
        </p:txBody>
      </p:sp>
      <p:sp>
        <p:nvSpPr>
          <p:cNvPr id="49" name="Google Shape;49;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1pPr>
            <a:lvl2pPr indent="-228600" lvl="1" marL="914400" marR="0" rtl="0" algn="l">
              <a:spcBef>
                <a:spcPts val="350"/>
              </a:spcBef>
              <a:spcAft>
                <a:spcPts val="0"/>
              </a:spcAft>
              <a:buClr>
                <a:schemeClr val="dk1"/>
              </a:buClr>
              <a:buSzPts val="1200"/>
              <a:buFont typeface="Arial"/>
              <a:buNone/>
              <a:defRPr b="1" i="1" sz="1200" u="none" cap="none" strike="noStrike">
                <a:solidFill>
                  <a:srgbClr val="4E87C6"/>
                </a:solidFill>
                <a:latin typeface="EB Garamond"/>
                <a:ea typeface="EB Garamond"/>
                <a:cs typeface="EB Garamond"/>
                <a:sym typeface="EB Garamond"/>
              </a:defRPr>
            </a:lvl2pPr>
            <a:lvl3pPr indent="-228600" lvl="2" marL="1371600" marR="0" rtl="0" algn="l">
              <a:spcBef>
                <a:spcPts val="300"/>
              </a:spcBef>
              <a:spcAft>
                <a:spcPts val="0"/>
              </a:spcAft>
              <a:buClr>
                <a:schemeClr val="dk1"/>
              </a:buClr>
              <a:buSzPts val="1000"/>
              <a:buFont typeface="EB Garamond"/>
              <a:buNone/>
              <a:defRPr b="1" i="1" sz="1000" u="none" cap="none" strike="noStrike">
                <a:solidFill>
                  <a:srgbClr val="4E87C6"/>
                </a:solidFill>
                <a:latin typeface="EB Garamond"/>
                <a:ea typeface="EB Garamond"/>
                <a:cs typeface="EB Garamond"/>
                <a:sym typeface="EB Garamond"/>
              </a:defRPr>
            </a:lvl3pPr>
            <a:lvl4pPr indent="-228600" lvl="3" marL="1828800" marR="0" rtl="0" algn="l">
              <a:spcBef>
                <a:spcPts val="250"/>
              </a:spcBef>
              <a:spcAft>
                <a:spcPts val="0"/>
              </a:spcAft>
              <a:buClr>
                <a:schemeClr val="dk1"/>
              </a:buClr>
              <a:buSzPts val="900"/>
              <a:buFont typeface="Arial"/>
              <a:buNone/>
              <a:defRPr b="1" i="1" sz="900" u="none" cap="none" strike="noStrike">
                <a:solidFill>
                  <a:srgbClr val="4E87C6"/>
                </a:solidFill>
                <a:latin typeface="EB Garamond"/>
                <a:ea typeface="EB Garamond"/>
                <a:cs typeface="EB Garamond"/>
                <a:sym typeface="EB Garamond"/>
              </a:defRPr>
            </a:lvl4pPr>
            <a:lvl5pPr indent="-228600" lvl="4" marL="22860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5pPr>
            <a:lvl6pPr indent="-228600" lvl="5" marL="27432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6pPr>
            <a:lvl7pPr indent="-228600" lvl="6" marL="32004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7pPr>
            <a:lvl8pPr indent="-228600" lvl="7" marL="36576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8pPr>
            <a:lvl9pPr indent="-228600" lvl="8" marL="4114800" marR="0" rtl="0" algn="l">
              <a:spcBef>
                <a:spcPts val="225"/>
              </a:spcBef>
              <a:spcAft>
                <a:spcPts val="225"/>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9pPr>
          </a:lstStyle>
          <a:p/>
        </p:txBody>
      </p:sp>
      <p:sp>
        <p:nvSpPr>
          <p:cNvPr id="50" name="Google Shape;50;p10"/>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0">
            <a:noAutofit/>
          </a:bodyPr>
          <a:lstStyle>
            <a:lvl1pPr lvl="0" algn="l">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53" name="Google Shape;53;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3200" u="none" cap="none" strike="noStrike">
                <a:solidFill>
                  <a:srgbClr val="4E87C6"/>
                </a:solidFill>
                <a:latin typeface="EB Garamond"/>
                <a:ea typeface="EB Garamond"/>
                <a:cs typeface="EB Garamond"/>
                <a:sym typeface="EB Garamond"/>
              </a:defRPr>
            </a:lvl1pPr>
            <a:lvl2pPr indent="-228600" lvl="1" marL="914400" marR="0" rtl="0" algn="l">
              <a:spcBef>
                <a:spcPts val="800"/>
              </a:spcBef>
              <a:spcAft>
                <a:spcPts val="0"/>
              </a:spcAft>
              <a:buSzPts val="1400"/>
              <a:buNone/>
              <a:defRPr b="1" i="1" sz="2800" u="none" cap="none" strike="noStrike">
                <a:solidFill>
                  <a:srgbClr val="4E87C6"/>
                </a:solidFill>
                <a:latin typeface="EB Garamond"/>
                <a:ea typeface="EB Garamond"/>
                <a:cs typeface="EB Garamond"/>
                <a:sym typeface="EB Garamond"/>
              </a:defRPr>
            </a:lvl2pPr>
            <a:lvl3pPr indent="-228600" lvl="2" marL="1371600" marR="0" rtl="0" algn="l">
              <a:spcBef>
                <a:spcPts val="700"/>
              </a:spcBef>
              <a:spcAft>
                <a:spcPts val="0"/>
              </a:spcAft>
              <a:buSzPts val="1400"/>
              <a:buNone/>
              <a:defRPr b="1" i="1" sz="2400" u="none" cap="none" strike="noStrike">
                <a:solidFill>
                  <a:srgbClr val="4E87C6"/>
                </a:solidFill>
                <a:latin typeface="EB Garamond"/>
                <a:ea typeface="EB Garamond"/>
                <a:cs typeface="EB Garamond"/>
                <a:sym typeface="EB Garamond"/>
              </a:defRPr>
            </a:lvl3pPr>
            <a:lvl4pPr indent="-228600" lvl="3" marL="1828800" marR="0" rtl="0" algn="l">
              <a:spcBef>
                <a:spcPts val="600"/>
              </a:spcBef>
              <a:spcAft>
                <a:spcPts val="0"/>
              </a:spcAft>
              <a:buSzPts val="1400"/>
              <a:buNone/>
              <a:defRPr b="1" i="1" sz="2000" u="none" cap="none" strike="noStrike">
                <a:solidFill>
                  <a:srgbClr val="4E87C6"/>
                </a:solidFill>
                <a:latin typeface="EB Garamond"/>
                <a:ea typeface="EB Garamond"/>
                <a:cs typeface="EB Garamond"/>
                <a:sym typeface="EB Garamond"/>
              </a:defRPr>
            </a:lvl4pPr>
            <a:lvl5pPr indent="-228600" lvl="4" marL="2286000" marR="0" rtl="0" algn="l">
              <a:spcBef>
                <a:spcPts val="500"/>
              </a:spcBef>
              <a:spcAft>
                <a:spcPts val="0"/>
              </a:spcAft>
              <a:buSzPts val="1400"/>
              <a:buNone/>
              <a:defRPr b="1" i="1" sz="2000" u="none" cap="none" strike="noStrike">
                <a:solidFill>
                  <a:srgbClr val="4E87C6"/>
                </a:solidFill>
                <a:latin typeface="EB Garamond"/>
                <a:ea typeface="EB Garamond"/>
                <a:cs typeface="EB Garamond"/>
                <a:sym typeface="EB Garamond"/>
              </a:defRPr>
            </a:lvl5pPr>
            <a:lvl6pPr indent="-228600" lvl="5" marL="2743200" marR="0" rtl="0" algn="l">
              <a:spcBef>
                <a:spcPts val="500"/>
              </a:spcBef>
              <a:spcAft>
                <a:spcPts val="0"/>
              </a:spcAft>
              <a:buSzPts val="1400"/>
              <a:buNone/>
              <a:defRPr b="1" i="1" sz="2000" u="none" cap="none" strike="noStrike">
                <a:solidFill>
                  <a:srgbClr val="4E87C6"/>
                </a:solidFill>
                <a:latin typeface="EB Garamond"/>
                <a:ea typeface="EB Garamond"/>
                <a:cs typeface="EB Garamond"/>
                <a:sym typeface="EB Garamond"/>
              </a:defRPr>
            </a:lvl6pPr>
            <a:lvl7pPr indent="-228600" lvl="6" marL="3200400" marR="0" rtl="0" algn="l">
              <a:spcBef>
                <a:spcPts val="500"/>
              </a:spcBef>
              <a:spcAft>
                <a:spcPts val="0"/>
              </a:spcAft>
              <a:buSzPts val="1400"/>
              <a:buNone/>
              <a:defRPr b="1" i="1" sz="2000" u="none" cap="none" strike="noStrike">
                <a:solidFill>
                  <a:srgbClr val="4E87C6"/>
                </a:solidFill>
                <a:latin typeface="EB Garamond"/>
                <a:ea typeface="EB Garamond"/>
                <a:cs typeface="EB Garamond"/>
                <a:sym typeface="EB Garamond"/>
              </a:defRPr>
            </a:lvl7pPr>
            <a:lvl8pPr indent="-228600" lvl="7" marL="3657600" marR="0" rtl="0" algn="l">
              <a:spcBef>
                <a:spcPts val="500"/>
              </a:spcBef>
              <a:spcAft>
                <a:spcPts val="0"/>
              </a:spcAft>
              <a:buSzPts val="1400"/>
              <a:buNone/>
              <a:defRPr b="1" i="1" sz="2000" u="none" cap="none" strike="noStrike">
                <a:solidFill>
                  <a:srgbClr val="4E87C6"/>
                </a:solidFill>
                <a:latin typeface="EB Garamond"/>
                <a:ea typeface="EB Garamond"/>
                <a:cs typeface="EB Garamond"/>
                <a:sym typeface="EB Garamond"/>
              </a:defRPr>
            </a:lvl8pPr>
            <a:lvl9pPr indent="-228600" lvl="8" marL="4114800" marR="0" rtl="0" algn="l">
              <a:spcBef>
                <a:spcPts val="500"/>
              </a:spcBef>
              <a:spcAft>
                <a:spcPts val="500"/>
              </a:spcAft>
              <a:buSzPts val="1400"/>
              <a:buNone/>
              <a:defRPr b="1" i="1" sz="2000" u="none" cap="none" strike="noStrike">
                <a:solidFill>
                  <a:srgbClr val="4E87C6"/>
                </a:solidFill>
                <a:latin typeface="EB Garamond"/>
                <a:ea typeface="EB Garamond"/>
                <a:cs typeface="EB Garamond"/>
                <a:sym typeface="EB Garamond"/>
              </a:defRPr>
            </a:lvl9pPr>
          </a:lstStyle>
          <a:p/>
        </p:txBody>
      </p:sp>
      <p:sp>
        <p:nvSpPr>
          <p:cNvPr id="54" name="Google Shape;54;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1pPr>
            <a:lvl2pPr indent="-228600" lvl="1" marL="914400" marR="0" rtl="0" algn="l">
              <a:spcBef>
                <a:spcPts val="350"/>
              </a:spcBef>
              <a:spcAft>
                <a:spcPts val="0"/>
              </a:spcAft>
              <a:buClr>
                <a:schemeClr val="dk1"/>
              </a:buClr>
              <a:buSzPts val="1200"/>
              <a:buFont typeface="Arial"/>
              <a:buNone/>
              <a:defRPr b="1" i="1" sz="1200" u="none" cap="none" strike="noStrike">
                <a:solidFill>
                  <a:srgbClr val="4E87C6"/>
                </a:solidFill>
                <a:latin typeface="EB Garamond"/>
                <a:ea typeface="EB Garamond"/>
                <a:cs typeface="EB Garamond"/>
                <a:sym typeface="EB Garamond"/>
              </a:defRPr>
            </a:lvl2pPr>
            <a:lvl3pPr indent="-228600" lvl="2" marL="1371600" marR="0" rtl="0" algn="l">
              <a:spcBef>
                <a:spcPts val="300"/>
              </a:spcBef>
              <a:spcAft>
                <a:spcPts val="0"/>
              </a:spcAft>
              <a:buClr>
                <a:schemeClr val="dk1"/>
              </a:buClr>
              <a:buSzPts val="1000"/>
              <a:buFont typeface="EB Garamond"/>
              <a:buNone/>
              <a:defRPr b="1" i="1" sz="1000" u="none" cap="none" strike="noStrike">
                <a:solidFill>
                  <a:srgbClr val="4E87C6"/>
                </a:solidFill>
                <a:latin typeface="EB Garamond"/>
                <a:ea typeface="EB Garamond"/>
                <a:cs typeface="EB Garamond"/>
                <a:sym typeface="EB Garamond"/>
              </a:defRPr>
            </a:lvl3pPr>
            <a:lvl4pPr indent="-228600" lvl="3" marL="1828800" marR="0" rtl="0" algn="l">
              <a:spcBef>
                <a:spcPts val="250"/>
              </a:spcBef>
              <a:spcAft>
                <a:spcPts val="0"/>
              </a:spcAft>
              <a:buClr>
                <a:schemeClr val="dk1"/>
              </a:buClr>
              <a:buSzPts val="900"/>
              <a:buFont typeface="Arial"/>
              <a:buNone/>
              <a:defRPr b="1" i="1" sz="900" u="none" cap="none" strike="noStrike">
                <a:solidFill>
                  <a:srgbClr val="4E87C6"/>
                </a:solidFill>
                <a:latin typeface="EB Garamond"/>
                <a:ea typeface="EB Garamond"/>
                <a:cs typeface="EB Garamond"/>
                <a:sym typeface="EB Garamond"/>
              </a:defRPr>
            </a:lvl4pPr>
            <a:lvl5pPr indent="-228600" lvl="4" marL="22860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5pPr>
            <a:lvl6pPr indent="-228600" lvl="5" marL="27432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6pPr>
            <a:lvl7pPr indent="-228600" lvl="6" marL="32004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7pPr>
            <a:lvl8pPr indent="-228600" lvl="7" marL="3657600" marR="0" rtl="0" algn="l">
              <a:spcBef>
                <a:spcPts val="225"/>
              </a:spcBef>
              <a:spcAft>
                <a:spcPts val="0"/>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8pPr>
            <a:lvl9pPr indent="-228600" lvl="8" marL="4114800" marR="0" rtl="0" algn="l">
              <a:spcBef>
                <a:spcPts val="225"/>
              </a:spcBef>
              <a:spcAft>
                <a:spcPts val="225"/>
              </a:spcAft>
              <a:buClr>
                <a:schemeClr val="dk1"/>
              </a:buClr>
              <a:buSzPts val="900"/>
              <a:buFont typeface="EB Garamond"/>
              <a:buNone/>
              <a:defRPr b="1" i="1" sz="900" u="none" cap="none" strike="noStrike">
                <a:solidFill>
                  <a:srgbClr val="4E87C6"/>
                </a:solidFill>
                <a:latin typeface="EB Garamond"/>
                <a:ea typeface="EB Garamond"/>
                <a:cs typeface="EB Garamond"/>
                <a:sym typeface="EB Garamond"/>
              </a:defRPr>
            </a:lvl9pPr>
          </a:lstStyle>
          <a:p/>
        </p:txBody>
      </p:sp>
      <p:sp>
        <p:nvSpPr>
          <p:cNvPr id="55" name="Google Shape;55;p1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13"/>
          <p:cNvSpPr txBox="1"/>
          <p:nvPr>
            <p:ph type="title"/>
          </p:nvPr>
        </p:nvSpPr>
        <p:spPr>
          <a:xfrm>
            <a:off x="228600" y="5334000"/>
            <a:ext cx="8686800" cy="11430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60" name="Google Shape;60;p13"/>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63" name="Google Shape;63;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0"/>
              </a:spcBef>
              <a:spcAft>
                <a:spcPts val="0"/>
              </a:spcAft>
              <a:buClr>
                <a:schemeClr val="dk1"/>
              </a:buClr>
              <a:buSzPts val="2400"/>
              <a:buFont typeface="EB Garamond"/>
              <a:buNone/>
              <a:defRPr b="1" i="1" sz="2400" u="none" cap="none" strike="noStrike">
                <a:solidFill>
                  <a:srgbClr val="4E87C6"/>
                </a:solidFill>
                <a:latin typeface="EB Garamond"/>
                <a:ea typeface="EB Garamond"/>
                <a:cs typeface="EB Garamond"/>
                <a:sym typeface="EB Garamond"/>
              </a:defRPr>
            </a:lvl1pPr>
            <a:lvl2pPr indent="-228600" lvl="1" marL="914400" marR="0" rtl="0" algn="l">
              <a:spcBef>
                <a:spcPts val="600"/>
              </a:spcBef>
              <a:spcAft>
                <a:spcPts val="0"/>
              </a:spcAft>
              <a:buClr>
                <a:schemeClr val="dk1"/>
              </a:buClr>
              <a:buSzPts val="2000"/>
              <a:buFont typeface="Arial"/>
              <a:buNone/>
              <a:defRPr b="1" i="1" sz="2000" u="none" cap="none" strike="noStrike">
                <a:solidFill>
                  <a:srgbClr val="4E87C6"/>
                </a:solidFill>
                <a:latin typeface="EB Garamond"/>
                <a:ea typeface="EB Garamond"/>
                <a:cs typeface="EB Garamond"/>
                <a:sym typeface="EB Garamond"/>
              </a:defRPr>
            </a:lvl2pPr>
            <a:lvl3pPr indent="-228600" lvl="2" marL="1371600" marR="0" rtl="0" algn="l">
              <a:spcBef>
                <a:spcPts val="500"/>
              </a:spcBef>
              <a:spcAft>
                <a:spcPts val="0"/>
              </a:spcAft>
              <a:buClr>
                <a:schemeClr val="dk1"/>
              </a:buClr>
              <a:buSzPts val="1800"/>
              <a:buFont typeface="EB Garamond"/>
              <a:buNone/>
              <a:defRPr b="1" i="1" sz="1800" u="none" cap="none" strike="noStrike">
                <a:solidFill>
                  <a:srgbClr val="4E87C6"/>
                </a:solidFill>
                <a:latin typeface="EB Garamond"/>
                <a:ea typeface="EB Garamond"/>
                <a:cs typeface="EB Garamond"/>
                <a:sym typeface="EB Garamond"/>
              </a:defRPr>
            </a:lvl3pPr>
            <a:lvl4pPr indent="-228600" lvl="3" marL="1828800" marR="0" rtl="0" algn="l">
              <a:spcBef>
                <a:spcPts val="450"/>
              </a:spcBef>
              <a:spcAft>
                <a:spcPts val="0"/>
              </a:spcAft>
              <a:buClr>
                <a:schemeClr val="dk1"/>
              </a:buClr>
              <a:buSzPts val="1600"/>
              <a:buFont typeface="Arial"/>
              <a:buNone/>
              <a:defRPr b="1" i="1" sz="1600" u="none" cap="none" strike="noStrike">
                <a:solidFill>
                  <a:srgbClr val="4E87C6"/>
                </a:solidFill>
                <a:latin typeface="EB Garamond"/>
                <a:ea typeface="EB Garamond"/>
                <a:cs typeface="EB Garamond"/>
                <a:sym typeface="EB Garamond"/>
              </a:defRPr>
            </a:lvl4pPr>
            <a:lvl5pPr indent="-228600" lvl="4" marL="22860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5pPr>
            <a:lvl6pPr indent="-228600" lvl="5" marL="27432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6pPr>
            <a:lvl7pPr indent="-228600" lvl="6" marL="32004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7pPr>
            <a:lvl8pPr indent="-228600" lvl="7" marL="36576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8pPr>
            <a:lvl9pPr indent="-228600" lvl="8" marL="4114800" marR="0" rtl="0" algn="l">
              <a:spcBef>
                <a:spcPts val="400"/>
              </a:spcBef>
              <a:spcAft>
                <a:spcPts val="40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9pPr>
          </a:lstStyle>
          <a:p/>
        </p:txBody>
      </p:sp>
      <p:sp>
        <p:nvSpPr>
          <p:cNvPr id="64" name="Google Shape;64;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2400" u="none" cap="none" strike="noStrike">
                <a:solidFill>
                  <a:srgbClr val="4E87C6"/>
                </a:solidFill>
                <a:latin typeface="EB Garamond"/>
                <a:ea typeface="EB Garamond"/>
                <a:cs typeface="EB Garamond"/>
                <a:sym typeface="EB Garamond"/>
              </a:defRPr>
            </a:lvl1pPr>
            <a:lvl2pPr indent="-228600" lvl="1" marL="914400" marR="0" rtl="0" algn="l">
              <a:spcBef>
                <a:spcPts val="600"/>
              </a:spcBef>
              <a:spcAft>
                <a:spcPts val="0"/>
              </a:spcAft>
              <a:buSzPts val="1400"/>
              <a:buNone/>
              <a:defRPr b="1" i="1" sz="2000" u="none" cap="none" strike="noStrike">
                <a:solidFill>
                  <a:srgbClr val="4E87C6"/>
                </a:solidFill>
                <a:latin typeface="EB Garamond"/>
                <a:ea typeface="EB Garamond"/>
                <a:cs typeface="EB Garamond"/>
                <a:sym typeface="EB Garamond"/>
              </a:defRPr>
            </a:lvl2pPr>
            <a:lvl3pPr indent="-228600" lvl="2" marL="1371600" marR="0" rtl="0" algn="l">
              <a:spcBef>
                <a:spcPts val="500"/>
              </a:spcBef>
              <a:spcAft>
                <a:spcPts val="0"/>
              </a:spcAft>
              <a:buSzPts val="1400"/>
              <a:buNone/>
              <a:defRPr b="1" i="1" sz="1800" u="none" cap="none" strike="noStrike">
                <a:solidFill>
                  <a:srgbClr val="4E87C6"/>
                </a:solidFill>
                <a:latin typeface="EB Garamond"/>
                <a:ea typeface="EB Garamond"/>
                <a:cs typeface="EB Garamond"/>
                <a:sym typeface="EB Garamond"/>
              </a:defRPr>
            </a:lvl3pPr>
            <a:lvl4pPr indent="-228600" lvl="3" marL="1828800" marR="0" rtl="0" algn="l">
              <a:spcBef>
                <a:spcPts val="450"/>
              </a:spcBef>
              <a:spcAft>
                <a:spcPts val="0"/>
              </a:spcAft>
              <a:buSzPts val="1400"/>
              <a:buNone/>
              <a:defRPr b="1" i="1" sz="1600" u="none" cap="none" strike="noStrike">
                <a:solidFill>
                  <a:srgbClr val="4E87C6"/>
                </a:solidFill>
                <a:latin typeface="EB Garamond"/>
                <a:ea typeface="EB Garamond"/>
                <a:cs typeface="EB Garamond"/>
                <a:sym typeface="EB Garamond"/>
              </a:defRPr>
            </a:lvl4pPr>
            <a:lvl5pPr indent="-228600" lvl="4" marL="22860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5pPr>
            <a:lvl6pPr indent="-228600" lvl="5" marL="27432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6pPr>
            <a:lvl7pPr indent="-228600" lvl="6" marL="32004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7pPr>
            <a:lvl8pPr indent="-228600" lvl="7" marL="36576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8pPr>
            <a:lvl9pPr indent="-228600" lvl="8" marL="4114800" marR="0" rtl="0" algn="l">
              <a:spcBef>
                <a:spcPts val="400"/>
              </a:spcBef>
              <a:spcAft>
                <a:spcPts val="400"/>
              </a:spcAft>
              <a:buSzPts val="1400"/>
              <a:buNone/>
              <a:defRPr b="1" i="1" sz="1600" u="none" cap="none" strike="noStrike">
                <a:solidFill>
                  <a:srgbClr val="4E87C6"/>
                </a:solidFill>
                <a:latin typeface="EB Garamond"/>
                <a:ea typeface="EB Garamond"/>
                <a:cs typeface="EB Garamond"/>
                <a:sym typeface="EB Garamond"/>
              </a:defRPr>
            </a:lvl9pPr>
          </a:lstStyle>
          <a:p/>
        </p:txBody>
      </p:sp>
      <p:sp>
        <p:nvSpPr>
          <p:cNvPr id="65" name="Google Shape;65;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0"/>
              </a:spcBef>
              <a:spcAft>
                <a:spcPts val="0"/>
              </a:spcAft>
              <a:buClr>
                <a:schemeClr val="dk1"/>
              </a:buClr>
              <a:buSzPts val="2400"/>
              <a:buFont typeface="EB Garamond"/>
              <a:buNone/>
              <a:defRPr b="1" i="1" sz="2400" u="none" cap="none" strike="noStrike">
                <a:solidFill>
                  <a:srgbClr val="4E87C6"/>
                </a:solidFill>
                <a:latin typeface="EB Garamond"/>
                <a:ea typeface="EB Garamond"/>
                <a:cs typeface="EB Garamond"/>
                <a:sym typeface="EB Garamond"/>
              </a:defRPr>
            </a:lvl1pPr>
            <a:lvl2pPr indent="-228600" lvl="1" marL="914400" marR="0" rtl="0" algn="l">
              <a:spcBef>
                <a:spcPts val="600"/>
              </a:spcBef>
              <a:spcAft>
                <a:spcPts val="0"/>
              </a:spcAft>
              <a:buClr>
                <a:schemeClr val="dk1"/>
              </a:buClr>
              <a:buSzPts val="2000"/>
              <a:buFont typeface="Arial"/>
              <a:buNone/>
              <a:defRPr b="1" i="1" sz="2000" u="none" cap="none" strike="noStrike">
                <a:solidFill>
                  <a:srgbClr val="4E87C6"/>
                </a:solidFill>
                <a:latin typeface="EB Garamond"/>
                <a:ea typeface="EB Garamond"/>
                <a:cs typeface="EB Garamond"/>
                <a:sym typeface="EB Garamond"/>
              </a:defRPr>
            </a:lvl2pPr>
            <a:lvl3pPr indent="-228600" lvl="2" marL="1371600" marR="0" rtl="0" algn="l">
              <a:spcBef>
                <a:spcPts val="500"/>
              </a:spcBef>
              <a:spcAft>
                <a:spcPts val="0"/>
              </a:spcAft>
              <a:buClr>
                <a:schemeClr val="dk1"/>
              </a:buClr>
              <a:buSzPts val="1800"/>
              <a:buFont typeface="EB Garamond"/>
              <a:buNone/>
              <a:defRPr b="1" i="1" sz="1800" u="none" cap="none" strike="noStrike">
                <a:solidFill>
                  <a:srgbClr val="4E87C6"/>
                </a:solidFill>
                <a:latin typeface="EB Garamond"/>
                <a:ea typeface="EB Garamond"/>
                <a:cs typeface="EB Garamond"/>
                <a:sym typeface="EB Garamond"/>
              </a:defRPr>
            </a:lvl3pPr>
            <a:lvl4pPr indent="-228600" lvl="3" marL="1828800" marR="0" rtl="0" algn="l">
              <a:spcBef>
                <a:spcPts val="450"/>
              </a:spcBef>
              <a:spcAft>
                <a:spcPts val="0"/>
              </a:spcAft>
              <a:buClr>
                <a:schemeClr val="dk1"/>
              </a:buClr>
              <a:buSzPts val="1600"/>
              <a:buFont typeface="Arial"/>
              <a:buNone/>
              <a:defRPr b="1" i="1" sz="1600" u="none" cap="none" strike="noStrike">
                <a:solidFill>
                  <a:srgbClr val="4E87C6"/>
                </a:solidFill>
                <a:latin typeface="EB Garamond"/>
                <a:ea typeface="EB Garamond"/>
                <a:cs typeface="EB Garamond"/>
                <a:sym typeface="EB Garamond"/>
              </a:defRPr>
            </a:lvl4pPr>
            <a:lvl5pPr indent="-228600" lvl="4" marL="22860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5pPr>
            <a:lvl6pPr indent="-228600" lvl="5" marL="27432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6pPr>
            <a:lvl7pPr indent="-228600" lvl="6" marL="32004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7pPr>
            <a:lvl8pPr indent="-228600" lvl="7" marL="3657600" marR="0" rtl="0" algn="l">
              <a:spcBef>
                <a:spcPts val="40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8pPr>
            <a:lvl9pPr indent="-228600" lvl="8" marL="4114800" marR="0" rtl="0" algn="l">
              <a:spcBef>
                <a:spcPts val="400"/>
              </a:spcBef>
              <a:spcAft>
                <a:spcPts val="40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9pPr>
          </a:lstStyle>
          <a:p/>
        </p:txBody>
      </p:sp>
      <p:sp>
        <p:nvSpPr>
          <p:cNvPr id="66" name="Google Shape;66;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2400" u="none" cap="none" strike="noStrike">
                <a:solidFill>
                  <a:srgbClr val="4E87C6"/>
                </a:solidFill>
                <a:latin typeface="EB Garamond"/>
                <a:ea typeface="EB Garamond"/>
                <a:cs typeface="EB Garamond"/>
                <a:sym typeface="EB Garamond"/>
              </a:defRPr>
            </a:lvl1pPr>
            <a:lvl2pPr indent="-228600" lvl="1" marL="914400" marR="0" rtl="0" algn="l">
              <a:spcBef>
                <a:spcPts val="600"/>
              </a:spcBef>
              <a:spcAft>
                <a:spcPts val="0"/>
              </a:spcAft>
              <a:buSzPts val="1400"/>
              <a:buNone/>
              <a:defRPr b="1" i="1" sz="2000" u="none" cap="none" strike="noStrike">
                <a:solidFill>
                  <a:srgbClr val="4E87C6"/>
                </a:solidFill>
                <a:latin typeface="EB Garamond"/>
                <a:ea typeface="EB Garamond"/>
                <a:cs typeface="EB Garamond"/>
                <a:sym typeface="EB Garamond"/>
              </a:defRPr>
            </a:lvl2pPr>
            <a:lvl3pPr indent="-228600" lvl="2" marL="1371600" marR="0" rtl="0" algn="l">
              <a:spcBef>
                <a:spcPts val="500"/>
              </a:spcBef>
              <a:spcAft>
                <a:spcPts val="0"/>
              </a:spcAft>
              <a:buSzPts val="1400"/>
              <a:buNone/>
              <a:defRPr b="1" i="1" sz="1800" u="none" cap="none" strike="noStrike">
                <a:solidFill>
                  <a:srgbClr val="4E87C6"/>
                </a:solidFill>
                <a:latin typeface="EB Garamond"/>
                <a:ea typeface="EB Garamond"/>
                <a:cs typeface="EB Garamond"/>
                <a:sym typeface="EB Garamond"/>
              </a:defRPr>
            </a:lvl3pPr>
            <a:lvl4pPr indent="-228600" lvl="3" marL="1828800" marR="0" rtl="0" algn="l">
              <a:spcBef>
                <a:spcPts val="450"/>
              </a:spcBef>
              <a:spcAft>
                <a:spcPts val="0"/>
              </a:spcAft>
              <a:buSzPts val="1400"/>
              <a:buNone/>
              <a:defRPr b="1" i="1" sz="1600" u="none" cap="none" strike="noStrike">
                <a:solidFill>
                  <a:srgbClr val="4E87C6"/>
                </a:solidFill>
                <a:latin typeface="EB Garamond"/>
                <a:ea typeface="EB Garamond"/>
                <a:cs typeface="EB Garamond"/>
                <a:sym typeface="EB Garamond"/>
              </a:defRPr>
            </a:lvl4pPr>
            <a:lvl5pPr indent="-228600" lvl="4" marL="22860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5pPr>
            <a:lvl6pPr indent="-228600" lvl="5" marL="27432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6pPr>
            <a:lvl7pPr indent="-228600" lvl="6" marL="32004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7pPr>
            <a:lvl8pPr indent="-228600" lvl="7" marL="3657600" marR="0" rtl="0" algn="l">
              <a:spcBef>
                <a:spcPts val="400"/>
              </a:spcBef>
              <a:spcAft>
                <a:spcPts val="0"/>
              </a:spcAft>
              <a:buSzPts val="1400"/>
              <a:buNone/>
              <a:defRPr b="1" i="1" sz="1600" u="none" cap="none" strike="noStrike">
                <a:solidFill>
                  <a:srgbClr val="4E87C6"/>
                </a:solidFill>
                <a:latin typeface="EB Garamond"/>
                <a:ea typeface="EB Garamond"/>
                <a:cs typeface="EB Garamond"/>
                <a:sym typeface="EB Garamond"/>
              </a:defRPr>
            </a:lvl8pPr>
            <a:lvl9pPr indent="-228600" lvl="8" marL="4114800" marR="0" rtl="0" algn="l">
              <a:spcBef>
                <a:spcPts val="400"/>
              </a:spcBef>
              <a:spcAft>
                <a:spcPts val="400"/>
              </a:spcAft>
              <a:buSzPts val="1400"/>
              <a:buNone/>
              <a:defRPr b="1" i="1" sz="1600" u="none" cap="none" strike="noStrike">
                <a:solidFill>
                  <a:srgbClr val="4E87C6"/>
                </a:solidFill>
                <a:latin typeface="EB Garamond"/>
                <a:ea typeface="EB Garamond"/>
                <a:cs typeface="EB Garamond"/>
                <a:sym typeface="EB Garamond"/>
              </a:defRPr>
            </a:lvl9pPr>
          </a:lstStyle>
          <a:p/>
        </p:txBody>
      </p:sp>
      <p:sp>
        <p:nvSpPr>
          <p:cNvPr id="67" name="Google Shape;67;p1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8" name="Shape 68"/>
        <p:cNvGrpSpPr/>
        <p:nvPr/>
      </p:nvGrpSpPr>
      <p:grpSpPr>
        <a:xfrm>
          <a:off x="0" y="0"/>
          <a:ext cx="0" cy="0"/>
          <a:chOff x="0" y="0"/>
          <a:chExt cx="0" cy="0"/>
        </a:xfrm>
      </p:grpSpPr>
      <p:sp>
        <p:nvSpPr>
          <p:cNvPr id="69" name="Google Shape;69;p15"/>
          <p:cNvSpPr txBox="1"/>
          <p:nvPr>
            <p:ph type="title"/>
          </p:nvPr>
        </p:nvSpPr>
        <p:spPr>
          <a:xfrm>
            <a:off x="228600" y="5334000"/>
            <a:ext cx="8686800" cy="1143000"/>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70" name="Google Shape;70;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2800" u="none" cap="none" strike="noStrike">
                <a:solidFill>
                  <a:srgbClr val="4E87C6"/>
                </a:solidFill>
                <a:latin typeface="EB Garamond"/>
                <a:ea typeface="EB Garamond"/>
                <a:cs typeface="EB Garamond"/>
                <a:sym typeface="EB Garamond"/>
              </a:defRPr>
            </a:lvl1pPr>
            <a:lvl2pPr indent="-228600" lvl="1" marL="914400" marR="0" rtl="0" algn="l">
              <a:spcBef>
                <a:spcPts val="700"/>
              </a:spcBef>
              <a:spcAft>
                <a:spcPts val="0"/>
              </a:spcAft>
              <a:buSzPts val="1400"/>
              <a:buNone/>
              <a:defRPr b="1" i="1" sz="2400" u="none" cap="none" strike="noStrike">
                <a:solidFill>
                  <a:srgbClr val="4E87C6"/>
                </a:solidFill>
                <a:latin typeface="EB Garamond"/>
                <a:ea typeface="EB Garamond"/>
                <a:cs typeface="EB Garamond"/>
                <a:sym typeface="EB Garamond"/>
              </a:defRPr>
            </a:lvl2pPr>
            <a:lvl3pPr indent="-228600" lvl="2" marL="1371600" marR="0" rtl="0" algn="l">
              <a:spcBef>
                <a:spcPts val="600"/>
              </a:spcBef>
              <a:spcAft>
                <a:spcPts val="0"/>
              </a:spcAft>
              <a:buSzPts val="1400"/>
              <a:buNone/>
              <a:defRPr b="1" i="1" sz="2000" u="none" cap="none" strike="noStrike">
                <a:solidFill>
                  <a:srgbClr val="4E87C6"/>
                </a:solidFill>
                <a:latin typeface="EB Garamond"/>
                <a:ea typeface="EB Garamond"/>
                <a:cs typeface="EB Garamond"/>
                <a:sym typeface="EB Garamond"/>
              </a:defRPr>
            </a:lvl3pPr>
            <a:lvl4pPr indent="-228600" lvl="3" marL="1828800" marR="0" rtl="0" algn="l">
              <a:spcBef>
                <a:spcPts val="500"/>
              </a:spcBef>
              <a:spcAft>
                <a:spcPts val="0"/>
              </a:spcAft>
              <a:buSzPts val="1400"/>
              <a:buNone/>
              <a:defRPr b="1" i="1" sz="1800" u="none" cap="none" strike="noStrike">
                <a:solidFill>
                  <a:srgbClr val="4E87C6"/>
                </a:solidFill>
                <a:latin typeface="EB Garamond"/>
                <a:ea typeface="EB Garamond"/>
                <a:cs typeface="EB Garamond"/>
                <a:sym typeface="EB Garamond"/>
              </a:defRPr>
            </a:lvl4pPr>
            <a:lvl5pPr indent="-228600" lvl="4" marL="22860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5pPr>
            <a:lvl6pPr indent="-228600" lvl="5" marL="27432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6pPr>
            <a:lvl7pPr indent="-228600" lvl="6" marL="32004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7pPr>
            <a:lvl8pPr indent="-228600" lvl="7" marL="36576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8pPr>
            <a:lvl9pPr indent="-228600" lvl="8" marL="4114800" marR="0" rtl="0" algn="l">
              <a:spcBef>
                <a:spcPts val="450"/>
              </a:spcBef>
              <a:spcAft>
                <a:spcPts val="450"/>
              </a:spcAft>
              <a:buSzPts val="1400"/>
              <a:buNone/>
              <a:defRPr b="1" i="1" sz="1800" u="none" cap="none" strike="noStrike">
                <a:solidFill>
                  <a:srgbClr val="4E87C6"/>
                </a:solidFill>
                <a:latin typeface="EB Garamond"/>
                <a:ea typeface="EB Garamond"/>
                <a:cs typeface="EB Garamond"/>
                <a:sym typeface="EB Garamond"/>
              </a:defRPr>
            </a:lvl9pPr>
          </a:lstStyle>
          <a:p/>
        </p:txBody>
      </p:sp>
      <p:sp>
        <p:nvSpPr>
          <p:cNvPr id="71" name="Google Shape;71;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1" i="1" sz="2800" u="none" cap="none" strike="noStrike">
                <a:solidFill>
                  <a:srgbClr val="4E87C6"/>
                </a:solidFill>
                <a:latin typeface="EB Garamond"/>
                <a:ea typeface="EB Garamond"/>
                <a:cs typeface="EB Garamond"/>
                <a:sym typeface="EB Garamond"/>
              </a:defRPr>
            </a:lvl1pPr>
            <a:lvl2pPr indent="-228600" lvl="1" marL="914400" marR="0" rtl="0" algn="l">
              <a:spcBef>
                <a:spcPts val="700"/>
              </a:spcBef>
              <a:spcAft>
                <a:spcPts val="0"/>
              </a:spcAft>
              <a:buSzPts val="1400"/>
              <a:buNone/>
              <a:defRPr b="1" i="1" sz="2400" u="none" cap="none" strike="noStrike">
                <a:solidFill>
                  <a:srgbClr val="4E87C6"/>
                </a:solidFill>
                <a:latin typeface="EB Garamond"/>
                <a:ea typeface="EB Garamond"/>
                <a:cs typeface="EB Garamond"/>
                <a:sym typeface="EB Garamond"/>
              </a:defRPr>
            </a:lvl2pPr>
            <a:lvl3pPr indent="-228600" lvl="2" marL="1371600" marR="0" rtl="0" algn="l">
              <a:spcBef>
                <a:spcPts val="600"/>
              </a:spcBef>
              <a:spcAft>
                <a:spcPts val="0"/>
              </a:spcAft>
              <a:buSzPts val="1400"/>
              <a:buNone/>
              <a:defRPr b="1" i="1" sz="2000" u="none" cap="none" strike="noStrike">
                <a:solidFill>
                  <a:srgbClr val="4E87C6"/>
                </a:solidFill>
                <a:latin typeface="EB Garamond"/>
                <a:ea typeface="EB Garamond"/>
                <a:cs typeface="EB Garamond"/>
                <a:sym typeface="EB Garamond"/>
              </a:defRPr>
            </a:lvl3pPr>
            <a:lvl4pPr indent="-228600" lvl="3" marL="1828800" marR="0" rtl="0" algn="l">
              <a:spcBef>
                <a:spcPts val="500"/>
              </a:spcBef>
              <a:spcAft>
                <a:spcPts val="0"/>
              </a:spcAft>
              <a:buSzPts val="1400"/>
              <a:buNone/>
              <a:defRPr b="1" i="1" sz="1800" u="none" cap="none" strike="noStrike">
                <a:solidFill>
                  <a:srgbClr val="4E87C6"/>
                </a:solidFill>
                <a:latin typeface="EB Garamond"/>
                <a:ea typeface="EB Garamond"/>
                <a:cs typeface="EB Garamond"/>
                <a:sym typeface="EB Garamond"/>
              </a:defRPr>
            </a:lvl4pPr>
            <a:lvl5pPr indent="-228600" lvl="4" marL="22860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5pPr>
            <a:lvl6pPr indent="-228600" lvl="5" marL="27432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6pPr>
            <a:lvl7pPr indent="-228600" lvl="6" marL="32004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7pPr>
            <a:lvl8pPr indent="-228600" lvl="7" marL="3657600" marR="0" rtl="0" algn="l">
              <a:spcBef>
                <a:spcPts val="450"/>
              </a:spcBef>
              <a:spcAft>
                <a:spcPts val="0"/>
              </a:spcAft>
              <a:buSzPts val="1400"/>
              <a:buNone/>
              <a:defRPr b="1" i="1" sz="1800" u="none" cap="none" strike="noStrike">
                <a:solidFill>
                  <a:srgbClr val="4E87C6"/>
                </a:solidFill>
                <a:latin typeface="EB Garamond"/>
                <a:ea typeface="EB Garamond"/>
                <a:cs typeface="EB Garamond"/>
                <a:sym typeface="EB Garamond"/>
              </a:defRPr>
            </a:lvl8pPr>
            <a:lvl9pPr indent="-228600" lvl="8" marL="4114800" marR="0" rtl="0" algn="l">
              <a:spcBef>
                <a:spcPts val="450"/>
              </a:spcBef>
              <a:spcAft>
                <a:spcPts val="450"/>
              </a:spcAft>
              <a:buSzPts val="1400"/>
              <a:buNone/>
              <a:defRPr b="1" i="1" sz="1800" u="none" cap="none" strike="noStrike">
                <a:solidFill>
                  <a:srgbClr val="4E87C6"/>
                </a:solidFill>
                <a:latin typeface="EB Garamond"/>
                <a:ea typeface="EB Garamond"/>
                <a:cs typeface="EB Garamond"/>
                <a:sym typeface="EB Garamond"/>
              </a:defRPr>
            </a:lvl9pPr>
          </a:lstStyle>
          <a:p/>
        </p:txBody>
      </p:sp>
      <p:sp>
        <p:nvSpPr>
          <p:cNvPr id="72" name="Google Shape;72;p1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0">
            <a:noAutofit/>
          </a:bodyPr>
          <a:lstStyle>
            <a:lvl1pPr lvl="0" algn="l">
              <a:lnSpc>
                <a:spcPct val="95000"/>
              </a:lnSpc>
              <a:spcBef>
                <a:spcPts val="0"/>
              </a:spcBef>
              <a:spcAft>
                <a:spcPts val="0"/>
              </a:spcAft>
              <a:buSzPts val="1400"/>
              <a:buNone/>
              <a:defRPr b="1" sz="4000" cap="none"/>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75" name="Google Shape;75;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0"/>
              </a:spcBef>
              <a:spcAft>
                <a:spcPts val="0"/>
              </a:spcAft>
              <a:buClr>
                <a:schemeClr val="dk1"/>
              </a:buClr>
              <a:buSzPts val="2000"/>
              <a:buFont typeface="EB Garamond"/>
              <a:buNone/>
              <a:defRPr b="1" i="1" sz="2000" u="none" cap="none" strike="noStrike">
                <a:solidFill>
                  <a:srgbClr val="4E87C6"/>
                </a:solidFill>
                <a:latin typeface="EB Garamond"/>
                <a:ea typeface="EB Garamond"/>
                <a:cs typeface="EB Garamond"/>
                <a:sym typeface="EB Garamond"/>
              </a:defRPr>
            </a:lvl1pPr>
            <a:lvl2pPr indent="-228600" lvl="1" marL="914400" marR="0" rtl="0" algn="l">
              <a:spcBef>
                <a:spcPts val="500"/>
              </a:spcBef>
              <a:spcAft>
                <a:spcPts val="0"/>
              </a:spcAft>
              <a:buClr>
                <a:schemeClr val="dk1"/>
              </a:buClr>
              <a:buSzPts val="1800"/>
              <a:buFont typeface="Arial"/>
              <a:buNone/>
              <a:defRPr b="1" i="1" sz="1800" u="none" cap="none" strike="noStrike">
                <a:solidFill>
                  <a:srgbClr val="4E87C6"/>
                </a:solidFill>
                <a:latin typeface="EB Garamond"/>
                <a:ea typeface="EB Garamond"/>
                <a:cs typeface="EB Garamond"/>
                <a:sym typeface="EB Garamond"/>
              </a:defRPr>
            </a:lvl2pPr>
            <a:lvl3pPr indent="-228600" lvl="2" marL="1371600" marR="0" rtl="0" algn="l">
              <a:spcBef>
                <a:spcPts val="450"/>
              </a:spcBef>
              <a:spcAft>
                <a:spcPts val="0"/>
              </a:spcAft>
              <a:buClr>
                <a:schemeClr val="dk1"/>
              </a:buClr>
              <a:buSzPts val="1600"/>
              <a:buFont typeface="EB Garamond"/>
              <a:buNone/>
              <a:defRPr b="1" i="1" sz="1600" u="none" cap="none" strike="noStrike">
                <a:solidFill>
                  <a:srgbClr val="4E87C6"/>
                </a:solidFill>
                <a:latin typeface="EB Garamond"/>
                <a:ea typeface="EB Garamond"/>
                <a:cs typeface="EB Garamond"/>
                <a:sym typeface="EB Garamond"/>
              </a:defRPr>
            </a:lvl3pPr>
            <a:lvl4pPr indent="-228600" lvl="3" marL="1828800" marR="0" rtl="0" algn="l">
              <a:spcBef>
                <a:spcPts val="400"/>
              </a:spcBef>
              <a:spcAft>
                <a:spcPts val="0"/>
              </a:spcAft>
              <a:buClr>
                <a:schemeClr val="dk1"/>
              </a:buClr>
              <a:buSzPts val="1400"/>
              <a:buFont typeface="Arial"/>
              <a:buNone/>
              <a:defRPr b="1" i="1" sz="1400" u="none" cap="none" strike="noStrike">
                <a:solidFill>
                  <a:srgbClr val="4E87C6"/>
                </a:solidFill>
                <a:latin typeface="EB Garamond"/>
                <a:ea typeface="EB Garamond"/>
                <a:cs typeface="EB Garamond"/>
                <a:sym typeface="EB Garamond"/>
              </a:defRPr>
            </a:lvl4pPr>
            <a:lvl5pPr indent="-228600" lvl="4" marL="2286000" marR="0" rtl="0" algn="l">
              <a:spcBef>
                <a:spcPts val="35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5pPr>
            <a:lvl6pPr indent="-228600" lvl="5" marL="2743200" marR="0" rtl="0" algn="l">
              <a:spcBef>
                <a:spcPts val="35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6pPr>
            <a:lvl7pPr indent="-228600" lvl="6" marL="3200400" marR="0" rtl="0" algn="l">
              <a:spcBef>
                <a:spcPts val="35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7pPr>
            <a:lvl8pPr indent="-228600" lvl="7" marL="3657600" marR="0" rtl="0" algn="l">
              <a:spcBef>
                <a:spcPts val="350"/>
              </a:spcBef>
              <a:spcAft>
                <a:spcPts val="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8pPr>
            <a:lvl9pPr indent="-228600" lvl="8" marL="4114800" marR="0" rtl="0" algn="l">
              <a:spcBef>
                <a:spcPts val="350"/>
              </a:spcBef>
              <a:spcAft>
                <a:spcPts val="350"/>
              </a:spcAft>
              <a:buClr>
                <a:schemeClr val="dk1"/>
              </a:buClr>
              <a:buSzPts val="1400"/>
              <a:buFont typeface="EB Garamond"/>
              <a:buNone/>
              <a:defRPr b="1" i="1" sz="1400" u="none" cap="none" strike="noStrike">
                <a:solidFill>
                  <a:srgbClr val="4E87C6"/>
                </a:solidFill>
                <a:latin typeface="EB Garamond"/>
                <a:ea typeface="EB Garamond"/>
                <a:cs typeface="EB Garamond"/>
                <a:sym typeface="EB Garamond"/>
              </a:defRPr>
            </a:lvl9pPr>
          </a:lstStyle>
          <a:p/>
        </p:txBody>
      </p:sp>
      <p:sp>
        <p:nvSpPr>
          <p:cNvPr id="76" name="Google Shape;76;p1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7" name="Shape 77"/>
        <p:cNvGrpSpPr/>
        <p:nvPr/>
      </p:nvGrpSpPr>
      <p:grpSpPr>
        <a:xfrm>
          <a:off x="0" y="0"/>
          <a:ext cx="0" cy="0"/>
          <a:chOff x="0" y="0"/>
          <a:chExt cx="0" cy="0"/>
        </a:xfrm>
      </p:grpSpPr>
      <p:sp>
        <p:nvSpPr>
          <p:cNvPr id="78" name="Google Shape;78;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79" name="Google Shape;79;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1pPr>
            <a:lvl2pPr lvl="1" marR="0" rtl="0" algn="ctr">
              <a:spcBef>
                <a:spcPts val="750"/>
              </a:spcBef>
              <a:spcAft>
                <a:spcPts val="0"/>
              </a:spcAft>
              <a:buClr>
                <a:schemeClr val="dk1"/>
              </a:buClr>
              <a:buSzPts val="3000"/>
              <a:buFont typeface="Arial"/>
              <a:buNone/>
              <a:defRPr b="1" i="1" sz="3000" u="none" cap="none" strike="noStrike">
                <a:solidFill>
                  <a:srgbClr val="4E87C6"/>
                </a:solidFill>
                <a:latin typeface="EB Garamond"/>
                <a:ea typeface="EB Garamond"/>
                <a:cs typeface="EB Garamond"/>
                <a:sym typeface="EB Garamond"/>
              </a:defRPr>
            </a:lvl2pPr>
            <a:lvl3pPr lvl="2" marR="0" rtl="0" algn="ctr">
              <a:spcBef>
                <a:spcPts val="75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3pPr>
            <a:lvl4pPr lvl="3" marR="0" rtl="0" algn="ctr">
              <a:spcBef>
                <a:spcPts val="750"/>
              </a:spcBef>
              <a:spcAft>
                <a:spcPts val="0"/>
              </a:spcAft>
              <a:buClr>
                <a:schemeClr val="dk1"/>
              </a:buClr>
              <a:buSzPts val="3000"/>
              <a:buFont typeface="Arial"/>
              <a:buNone/>
              <a:defRPr b="1" i="1" sz="3000" u="none" cap="none" strike="noStrike">
                <a:solidFill>
                  <a:srgbClr val="4E87C6"/>
                </a:solidFill>
                <a:latin typeface="EB Garamond"/>
                <a:ea typeface="EB Garamond"/>
                <a:cs typeface="EB Garamond"/>
                <a:sym typeface="EB Garamond"/>
              </a:defRPr>
            </a:lvl4pPr>
            <a:lvl5pPr lvl="4" marR="0" rtl="0" algn="ctr">
              <a:spcBef>
                <a:spcPts val="75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5pPr>
            <a:lvl6pPr lvl="5" marR="0" rtl="0" algn="ctr">
              <a:spcBef>
                <a:spcPts val="75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6pPr>
            <a:lvl7pPr lvl="6" marR="0" rtl="0" algn="ctr">
              <a:spcBef>
                <a:spcPts val="75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7pPr>
            <a:lvl8pPr lvl="7" marR="0" rtl="0" algn="ctr">
              <a:spcBef>
                <a:spcPts val="750"/>
              </a:spcBef>
              <a:spcAft>
                <a:spcPts val="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8pPr>
            <a:lvl9pPr lvl="8" marR="0" rtl="0" algn="ctr">
              <a:spcBef>
                <a:spcPts val="750"/>
              </a:spcBef>
              <a:spcAft>
                <a:spcPts val="750"/>
              </a:spcAft>
              <a:buClr>
                <a:schemeClr val="dk1"/>
              </a:buClr>
              <a:buSzPts val="3000"/>
              <a:buFont typeface="EB Garamond"/>
              <a:buNone/>
              <a:defRPr b="1" i="1" sz="3000" u="none" cap="none" strike="noStrike">
                <a:solidFill>
                  <a:srgbClr val="4E87C6"/>
                </a:solidFill>
                <a:latin typeface="EB Garamond"/>
                <a:ea typeface="EB Garamond"/>
                <a:cs typeface="EB Garamond"/>
                <a:sym typeface="EB Garamond"/>
              </a:defRPr>
            </a:lvl9pPr>
          </a:lstStyle>
          <a:p/>
        </p:txBody>
      </p:sp>
      <p:sp>
        <p:nvSpPr>
          <p:cNvPr id="80" name="Google Shape;80;p17"/>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9"/>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 type="body"/>
          </p:nvPr>
        </p:nvSpPr>
        <p:spPr>
          <a:xfrm>
            <a:off x="1371600" y="2320925"/>
            <a:ext cx="7239000" cy="2068512"/>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a:lvl1pPr>
            <a:lvl2pPr indent="-228600" lvl="1" marL="914400" algn="l">
              <a:spcBef>
                <a:spcPts val="450"/>
              </a:spcBef>
              <a:spcAft>
                <a:spcPts val="0"/>
              </a:spcAft>
              <a:buSzPts val="1400"/>
              <a:buNone/>
              <a:defRPr/>
            </a:lvl2pPr>
            <a:lvl3pPr indent="-228600" lvl="2" marL="1371600" algn="l">
              <a:spcBef>
                <a:spcPts val="450"/>
              </a:spcBef>
              <a:spcAft>
                <a:spcPts val="0"/>
              </a:spcAft>
              <a:buSzPts val="1400"/>
              <a:buNone/>
              <a:defRPr/>
            </a:lvl3pPr>
            <a:lvl4pPr indent="-228600" lvl="3" marL="1828800" algn="l">
              <a:spcBef>
                <a:spcPts val="450"/>
              </a:spcBef>
              <a:spcAft>
                <a:spcPts val="0"/>
              </a:spcAft>
              <a:buSzPts val="1400"/>
              <a:buNone/>
              <a:defRPr/>
            </a:lvl4pPr>
            <a:lvl5pPr indent="-228600" lvl="4" marL="2286000" algn="l">
              <a:spcBef>
                <a:spcPts val="450"/>
              </a:spcBef>
              <a:spcAft>
                <a:spcPts val="0"/>
              </a:spcAft>
              <a:buSzPts val="1400"/>
              <a:buNone/>
              <a:defRPr/>
            </a:lvl5pPr>
            <a:lvl6pPr indent="-228600" lvl="5" marL="2743200" algn="l">
              <a:spcBef>
                <a:spcPts val="450"/>
              </a:spcBef>
              <a:spcAft>
                <a:spcPts val="0"/>
              </a:spcAft>
              <a:buSzPts val="1400"/>
              <a:buNone/>
              <a:defRPr/>
            </a:lvl6pPr>
            <a:lvl7pPr indent="-228600" lvl="6" marL="3200400" algn="l">
              <a:spcBef>
                <a:spcPts val="450"/>
              </a:spcBef>
              <a:spcAft>
                <a:spcPts val="0"/>
              </a:spcAft>
              <a:buSzPts val="1400"/>
              <a:buNone/>
              <a:defRPr/>
            </a:lvl7pPr>
            <a:lvl8pPr indent="-228600" lvl="7" marL="3657600" algn="l">
              <a:spcBef>
                <a:spcPts val="450"/>
              </a:spcBef>
              <a:spcAft>
                <a:spcPts val="0"/>
              </a:spcAft>
              <a:buSzPts val="1400"/>
              <a:buNone/>
              <a:defRPr/>
            </a:lvl8pPr>
            <a:lvl9pPr indent="-228600" lvl="8" marL="4114800" algn="l">
              <a:spcBef>
                <a:spcPts val="450"/>
              </a:spcBef>
              <a:spcAft>
                <a:spcPts val="450"/>
              </a:spcAft>
              <a:buSzPts val="1400"/>
              <a:buNone/>
              <a:defRPr/>
            </a:lvl9pPr>
          </a:lstStyle>
          <a:p/>
        </p:txBody>
      </p:sp>
      <p:sp>
        <p:nvSpPr>
          <p:cNvPr id="93" name="Google Shape;93;p19"/>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20"/>
          <p:cNvSpPr txBox="1"/>
          <p:nvPr>
            <p:ph type="title"/>
          </p:nvPr>
        </p:nvSpPr>
        <p:spPr>
          <a:xfrm rot="5400000">
            <a:off x="5863431" y="1566069"/>
            <a:ext cx="3703638" cy="19431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0"/>
          <p:cNvSpPr txBox="1"/>
          <p:nvPr>
            <p:ph idx="1" type="body"/>
          </p:nvPr>
        </p:nvSpPr>
        <p:spPr>
          <a:xfrm rot="5400000">
            <a:off x="1901031" y="-300831"/>
            <a:ext cx="3703638" cy="5676900"/>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a:lvl1pPr>
            <a:lvl2pPr indent="-228600" lvl="1" marL="914400" algn="l">
              <a:spcBef>
                <a:spcPts val="450"/>
              </a:spcBef>
              <a:spcAft>
                <a:spcPts val="0"/>
              </a:spcAft>
              <a:buSzPts val="1400"/>
              <a:buNone/>
              <a:defRPr/>
            </a:lvl2pPr>
            <a:lvl3pPr indent="-228600" lvl="2" marL="1371600" algn="l">
              <a:spcBef>
                <a:spcPts val="450"/>
              </a:spcBef>
              <a:spcAft>
                <a:spcPts val="0"/>
              </a:spcAft>
              <a:buSzPts val="1400"/>
              <a:buNone/>
              <a:defRPr/>
            </a:lvl3pPr>
            <a:lvl4pPr indent="-228600" lvl="3" marL="1828800" algn="l">
              <a:spcBef>
                <a:spcPts val="450"/>
              </a:spcBef>
              <a:spcAft>
                <a:spcPts val="0"/>
              </a:spcAft>
              <a:buSzPts val="1400"/>
              <a:buNone/>
              <a:defRPr/>
            </a:lvl4pPr>
            <a:lvl5pPr indent="-228600" lvl="4" marL="2286000" algn="l">
              <a:spcBef>
                <a:spcPts val="450"/>
              </a:spcBef>
              <a:spcAft>
                <a:spcPts val="0"/>
              </a:spcAft>
              <a:buSzPts val="1400"/>
              <a:buNone/>
              <a:defRPr/>
            </a:lvl5pPr>
            <a:lvl6pPr indent="-228600" lvl="5" marL="2743200" algn="l">
              <a:spcBef>
                <a:spcPts val="450"/>
              </a:spcBef>
              <a:spcAft>
                <a:spcPts val="0"/>
              </a:spcAft>
              <a:buSzPts val="1400"/>
              <a:buNone/>
              <a:defRPr/>
            </a:lvl6pPr>
            <a:lvl7pPr indent="-228600" lvl="6" marL="3200400" algn="l">
              <a:spcBef>
                <a:spcPts val="450"/>
              </a:spcBef>
              <a:spcAft>
                <a:spcPts val="0"/>
              </a:spcAft>
              <a:buSzPts val="1400"/>
              <a:buNone/>
              <a:defRPr/>
            </a:lvl7pPr>
            <a:lvl8pPr indent="-228600" lvl="7" marL="3657600" algn="l">
              <a:spcBef>
                <a:spcPts val="450"/>
              </a:spcBef>
              <a:spcAft>
                <a:spcPts val="0"/>
              </a:spcAft>
              <a:buSzPts val="1400"/>
              <a:buNone/>
              <a:defRPr/>
            </a:lvl8pPr>
            <a:lvl9pPr indent="-228600" lvl="8" marL="4114800" algn="l">
              <a:spcBef>
                <a:spcPts val="450"/>
              </a:spcBef>
              <a:spcAft>
                <a:spcPts val="450"/>
              </a:spcAft>
              <a:buSzPts val="1400"/>
              <a:buNone/>
              <a:defRPr/>
            </a:lvl9pPr>
          </a:lstStyle>
          <a:p/>
        </p:txBody>
      </p:sp>
      <p:sp>
        <p:nvSpPr>
          <p:cNvPr id="97" name="Google Shape;97;p20"/>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21"/>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1"/>
          <p:cNvSpPr txBox="1"/>
          <p:nvPr>
            <p:ph idx="1" type="body"/>
          </p:nvPr>
        </p:nvSpPr>
        <p:spPr>
          <a:xfrm rot="5400000">
            <a:off x="3956844" y="-264319"/>
            <a:ext cx="2068512" cy="7239000"/>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a:lvl1pPr>
            <a:lvl2pPr indent="-228600" lvl="1" marL="914400" algn="l">
              <a:spcBef>
                <a:spcPts val="450"/>
              </a:spcBef>
              <a:spcAft>
                <a:spcPts val="0"/>
              </a:spcAft>
              <a:buSzPts val="1400"/>
              <a:buNone/>
              <a:defRPr/>
            </a:lvl2pPr>
            <a:lvl3pPr indent="-228600" lvl="2" marL="1371600" algn="l">
              <a:spcBef>
                <a:spcPts val="450"/>
              </a:spcBef>
              <a:spcAft>
                <a:spcPts val="0"/>
              </a:spcAft>
              <a:buSzPts val="1400"/>
              <a:buNone/>
              <a:defRPr/>
            </a:lvl3pPr>
            <a:lvl4pPr indent="-228600" lvl="3" marL="1828800" algn="l">
              <a:spcBef>
                <a:spcPts val="450"/>
              </a:spcBef>
              <a:spcAft>
                <a:spcPts val="0"/>
              </a:spcAft>
              <a:buSzPts val="1400"/>
              <a:buNone/>
              <a:defRPr/>
            </a:lvl4pPr>
            <a:lvl5pPr indent="-228600" lvl="4" marL="2286000" algn="l">
              <a:spcBef>
                <a:spcPts val="450"/>
              </a:spcBef>
              <a:spcAft>
                <a:spcPts val="0"/>
              </a:spcAft>
              <a:buSzPts val="1400"/>
              <a:buNone/>
              <a:defRPr/>
            </a:lvl5pPr>
            <a:lvl6pPr indent="-228600" lvl="5" marL="2743200" algn="l">
              <a:spcBef>
                <a:spcPts val="450"/>
              </a:spcBef>
              <a:spcAft>
                <a:spcPts val="0"/>
              </a:spcAft>
              <a:buSzPts val="1400"/>
              <a:buNone/>
              <a:defRPr/>
            </a:lvl6pPr>
            <a:lvl7pPr indent="-228600" lvl="6" marL="3200400" algn="l">
              <a:spcBef>
                <a:spcPts val="450"/>
              </a:spcBef>
              <a:spcAft>
                <a:spcPts val="0"/>
              </a:spcAft>
              <a:buSzPts val="1400"/>
              <a:buNone/>
              <a:defRPr/>
            </a:lvl7pPr>
            <a:lvl8pPr indent="-228600" lvl="7" marL="3657600" algn="l">
              <a:spcBef>
                <a:spcPts val="450"/>
              </a:spcBef>
              <a:spcAft>
                <a:spcPts val="0"/>
              </a:spcAft>
              <a:buSzPts val="1400"/>
              <a:buNone/>
              <a:defRPr/>
            </a:lvl8pPr>
            <a:lvl9pPr indent="-228600" lvl="8" marL="4114800" algn="l">
              <a:spcBef>
                <a:spcPts val="450"/>
              </a:spcBef>
              <a:spcAft>
                <a:spcPts val="450"/>
              </a:spcAft>
              <a:buSzPts val="1400"/>
              <a:buNone/>
              <a:defRPr/>
            </a:lvl9pPr>
          </a:lstStyle>
          <a:p/>
        </p:txBody>
      </p:sp>
      <p:sp>
        <p:nvSpPr>
          <p:cNvPr id="101" name="Google Shape;101;p2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2"/>
          <p:cNvSpPr/>
          <p:nvPr>
            <p:ph idx="2" type="pic"/>
          </p:nvPr>
        </p:nvSpPr>
        <p:spPr>
          <a:xfrm>
            <a:off x="1792288" y="612775"/>
            <a:ext cx="5486400" cy="41148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1pPr>
            <a:lvl2pPr lvl="1" marR="0" rtl="0" algn="l">
              <a:spcBef>
                <a:spcPts val="800"/>
              </a:spcBef>
              <a:spcAft>
                <a:spcPts val="0"/>
              </a:spcAft>
              <a:buClr>
                <a:schemeClr val="dk1"/>
              </a:buClr>
              <a:buSzPts val="2800"/>
              <a:buFont typeface="Arial"/>
              <a:buNone/>
              <a:defRPr b="1" i="0" sz="2800" u="none" cap="none" strike="noStrike">
                <a:solidFill>
                  <a:srgbClr val="000000"/>
                </a:solidFill>
                <a:latin typeface="Times New Roman"/>
                <a:ea typeface="Times New Roman"/>
                <a:cs typeface="Times New Roman"/>
                <a:sym typeface="Times New Roman"/>
              </a:defRPr>
            </a:lvl2pPr>
            <a:lvl3pPr lvl="2" marR="0" rtl="0" algn="l">
              <a:spcBef>
                <a:spcPts val="700"/>
              </a:spcBef>
              <a:spcAft>
                <a:spcPts val="0"/>
              </a:spcAft>
              <a:buClr>
                <a:schemeClr val="dk1"/>
              </a:buClr>
              <a:buSzPts val="2400"/>
              <a:buFont typeface="Times New Roman"/>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600"/>
              </a:spcBef>
              <a:spcAft>
                <a:spcPts val="0"/>
              </a:spcAft>
              <a:buClr>
                <a:schemeClr val="dk1"/>
              </a:buClr>
              <a:buSzPts val="2000"/>
              <a:buFont typeface="Arial"/>
              <a:buNone/>
              <a:defRPr b="1" i="0" sz="2000" u="none" cap="none" strike="noStrike">
                <a:solidFill>
                  <a:schemeClr val="dk1"/>
                </a:solidFill>
                <a:latin typeface="Times New Roman"/>
                <a:ea typeface="Times New Roman"/>
                <a:cs typeface="Times New Roman"/>
                <a:sym typeface="Times New Roman"/>
              </a:defRPr>
            </a:lvl4pPr>
            <a:lvl5pPr lvl="4" marR="0" rtl="0" algn="l">
              <a:spcBef>
                <a:spcPts val="5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5pPr>
            <a:lvl6pPr lvl="5" marR="0" rtl="0" algn="l">
              <a:spcBef>
                <a:spcPts val="5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6pPr>
            <a:lvl7pPr lvl="6" marR="0" rtl="0" algn="l">
              <a:spcBef>
                <a:spcPts val="5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7pPr>
            <a:lvl8pPr lvl="7" marR="0" rtl="0" algn="l">
              <a:spcBef>
                <a:spcPts val="5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8pPr>
            <a:lvl9pPr lvl="8" marR="0" rtl="0" algn="l">
              <a:spcBef>
                <a:spcPts val="500"/>
              </a:spcBef>
              <a:spcAft>
                <a:spcPts val="50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9pPr>
          </a:lstStyle>
          <a:p/>
        </p:txBody>
      </p:sp>
      <p:sp>
        <p:nvSpPr>
          <p:cNvPr id="105" name="Google Shape;105;p22"/>
          <p:cNvSpPr txBox="1"/>
          <p:nvPr>
            <p:ph idx="1" type="body"/>
          </p:nvPr>
        </p:nvSpPr>
        <p:spPr>
          <a:xfrm>
            <a:off x="1792288" y="5367338"/>
            <a:ext cx="5486400" cy="804862"/>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Font typeface="Times New Roman"/>
              <a:buNone/>
              <a:defRPr sz="1400"/>
            </a:lvl1pPr>
            <a:lvl2pPr indent="-228600" lvl="1" marL="914400" algn="l">
              <a:spcBef>
                <a:spcPts val="350"/>
              </a:spcBef>
              <a:spcAft>
                <a:spcPts val="0"/>
              </a:spcAft>
              <a:buSzPts val="1200"/>
              <a:buNone/>
              <a:defRPr sz="1200"/>
            </a:lvl2pPr>
            <a:lvl3pPr indent="-228600" lvl="2" marL="1371600" algn="l">
              <a:spcBef>
                <a:spcPts val="300"/>
              </a:spcBef>
              <a:spcAft>
                <a:spcPts val="0"/>
              </a:spcAft>
              <a:buSzPts val="1000"/>
              <a:buFont typeface="Times New Roman"/>
              <a:buNone/>
              <a:defRPr sz="1000"/>
            </a:lvl3pPr>
            <a:lvl4pPr indent="-228600" lvl="3" marL="1828800" algn="l">
              <a:spcBef>
                <a:spcPts val="250"/>
              </a:spcBef>
              <a:spcAft>
                <a:spcPts val="0"/>
              </a:spcAft>
              <a:buSzPts val="900"/>
              <a:buNone/>
              <a:defRPr sz="900"/>
            </a:lvl4pPr>
            <a:lvl5pPr indent="-228600" lvl="4" marL="2286000" algn="l">
              <a:spcBef>
                <a:spcPts val="225"/>
              </a:spcBef>
              <a:spcAft>
                <a:spcPts val="0"/>
              </a:spcAft>
              <a:buSzPts val="900"/>
              <a:buFont typeface="Times New Roman"/>
              <a:buNone/>
              <a:defRPr sz="900"/>
            </a:lvl5pPr>
            <a:lvl6pPr indent="-228600" lvl="5" marL="2743200" algn="l">
              <a:spcBef>
                <a:spcPts val="225"/>
              </a:spcBef>
              <a:spcAft>
                <a:spcPts val="0"/>
              </a:spcAft>
              <a:buSzPts val="900"/>
              <a:buFont typeface="Times New Roman"/>
              <a:buNone/>
              <a:defRPr sz="900"/>
            </a:lvl6pPr>
            <a:lvl7pPr indent="-228600" lvl="6" marL="3200400" algn="l">
              <a:spcBef>
                <a:spcPts val="225"/>
              </a:spcBef>
              <a:spcAft>
                <a:spcPts val="0"/>
              </a:spcAft>
              <a:buSzPts val="900"/>
              <a:buFont typeface="Times New Roman"/>
              <a:buNone/>
              <a:defRPr sz="900"/>
            </a:lvl7pPr>
            <a:lvl8pPr indent="-228600" lvl="7" marL="3657600" algn="l">
              <a:spcBef>
                <a:spcPts val="225"/>
              </a:spcBef>
              <a:spcAft>
                <a:spcPts val="0"/>
              </a:spcAft>
              <a:buSzPts val="900"/>
              <a:buFont typeface="Times New Roman"/>
              <a:buNone/>
              <a:defRPr sz="900"/>
            </a:lvl8pPr>
            <a:lvl9pPr indent="-228600" lvl="8" marL="4114800" algn="l">
              <a:spcBef>
                <a:spcPts val="225"/>
              </a:spcBef>
              <a:spcAft>
                <a:spcPts val="225"/>
              </a:spcAft>
              <a:buSzPts val="900"/>
              <a:buFont typeface="Times New Roman"/>
              <a:buNone/>
              <a:defRPr sz="900"/>
            </a:lvl9pPr>
          </a:lstStyle>
          <a:p/>
        </p:txBody>
      </p:sp>
      <p:sp>
        <p:nvSpPr>
          <p:cNvPr id="106" name="Google Shape;106;p22"/>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3"/>
          <p:cNvSpPr txBox="1"/>
          <p:nvPr>
            <p:ph idx="1" type="body"/>
          </p:nvPr>
        </p:nvSpPr>
        <p:spPr>
          <a:xfrm>
            <a:off x="3575050" y="273050"/>
            <a:ext cx="5111750" cy="5853113"/>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sz="3200"/>
            </a:lvl1pPr>
            <a:lvl2pPr indent="-228600" lvl="1" marL="914400" algn="l">
              <a:spcBef>
                <a:spcPts val="800"/>
              </a:spcBef>
              <a:spcAft>
                <a:spcPts val="0"/>
              </a:spcAft>
              <a:buSzPts val="1400"/>
              <a:buNone/>
              <a:defRPr sz="2800"/>
            </a:lvl2pPr>
            <a:lvl3pPr indent="-228600" lvl="2" marL="1371600" algn="l">
              <a:spcBef>
                <a:spcPts val="700"/>
              </a:spcBef>
              <a:spcAft>
                <a:spcPts val="0"/>
              </a:spcAft>
              <a:buSzPts val="1400"/>
              <a:buNone/>
              <a:defRPr sz="2400"/>
            </a:lvl3pPr>
            <a:lvl4pPr indent="-228600" lvl="3" marL="1828800" algn="l">
              <a:spcBef>
                <a:spcPts val="600"/>
              </a:spcBef>
              <a:spcAft>
                <a:spcPts val="0"/>
              </a:spcAft>
              <a:buSzPts val="1400"/>
              <a:buNone/>
              <a:defRPr sz="2000"/>
            </a:lvl4pPr>
            <a:lvl5pPr indent="-228600" lvl="4" marL="2286000" algn="l">
              <a:spcBef>
                <a:spcPts val="500"/>
              </a:spcBef>
              <a:spcAft>
                <a:spcPts val="0"/>
              </a:spcAft>
              <a:buSzPts val="1400"/>
              <a:buNone/>
              <a:defRPr sz="2000"/>
            </a:lvl5pPr>
            <a:lvl6pPr indent="-228600" lvl="5" marL="2743200" algn="l">
              <a:spcBef>
                <a:spcPts val="500"/>
              </a:spcBef>
              <a:spcAft>
                <a:spcPts val="0"/>
              </a:spcAft>
              <a:buSzPts val="1400"/>
              <a:buNone/>
              <a:defRPr sz="2000"/>
            </a:lvl6pPr>
            <a:lvl7pPr indent="-228600" lvl="6" marL="3200400" algn="l">
              <a:spcBef>
                <a:spcPts val="500"/>
              </a:spcBef>
              <a:spcAft>
                <a:spcPts val="0"/>
              </a:spcAft>
              <a:buSzPts val="1400"/>
              <a:buNone/>
              <a:defRPr sz="2000"/>
            </a:lvl7pPr>
            <a:lvl8pPr indent="-228600" lvl="7" marL="3657600" algn="l">
              <a:spcBef>
                <a:spcPts val="500"/>
              </a:spcBef>
              <a:spcAft>
                <a:spcPts val="0"/>
              </a:spcAft>
              <a:buSzPts val="1400"/>
              <a:buNone/>
              <a:defRPr sz="2000"/>
            </a:lvl8pPr>
            <a:lvl9pPr indent="-228600" lvl="8" marL="4114800" algn="l">
              <a:spcBef>
                <a:spcPts val="500"/>
              </a:spcBef>
              <a:spcAft>
                <a:spcPts val="500"/>
              </a:spcAft>
              <a:buSzPts val="1400"/>
              <a:buNone/>
              <a:defRPr sz="2000"/>
            </a:lvl9pPr>
          </a:lstStyle>
          <a:p/>
        </p:txBody>
      </p:sp>
      <p:sp>
        <p:nvSpPr>
          <p:cNvPr id="110" name="Google Shape;110;p23"/>
          <p:cNvSpPr txBox="1"/>
          <p:nvPr>
            <p:ph idx="2" type="body"/>
          </p:nvPr>
        </p:nvSpPr>
        <p:spPr>
          <a:xfrm>
            <a:off x="457200" y="1435100"/>
            <a:ext cx="3008313" cy="4691063"/>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Font typeface="Times New Roman"/>
              <a:buNone/>
              <a:defRPr sz="1400"/>
            </a:lvl1pPr>
            <a:lvl2pPr indent="-228600" lvl="1" marL="914400" algn="l">
              <a:spcBef>
                <a:spcPts val="350"/>
              </a:spcBef>
              <a:spcAft>
                <a:spcPts val="0"/>
              </a:spcAft>
              <a:buSzPts val="1200"/>
              <a:buNone/>
              <a:defRPr sz="1200"/>
            </a:lvl2pPr>
            <a:lvl3pPr indent="-228600" lvl="2" marL="1371600" algn="l">
              <a:spcBef>
                <a:spcPts val="300"/>
              </a:spcBef>
              <a:spcAft>
                <a:spcPts val="0"/>
              </a:spcAft>
              <a:buSzPts val="1000"/>
              <a:buFont typeface="Times New Roman"/>
              <a:buNone/>
              <a:defRPr sz="1000"/>
            </a:lvl3pPr>
            <a:lvl4pPr indent="-228600" lvl="3" marL="1828800" algn="l">
              <a:spcBef>
                <a:spcPts val="250"/>
              </a:spcBef>
              <a:spcAft>
                <a:spcPts val="0"/>
              </a:spcAft>
              <a:buSzPts val="900"/>
              <a:buNone/>
              <a:defRPr sz="900"/>
            </a:lvl4pPr>
            <a:lvl5pPr indent="-228600" lvl="4" marL="2286000" algn="l">
              <a:spcBef>
                <a:spcPts val="225"/>
              </a:spcBef>
              <a:spcAft>
                <a:spcPts val="0"/>
              </a:spcAft>
              <a:buSzPts val="900"/>
              <a:buFont typeface="Times New Roman"/>
              <a:buNone/>
              <a:defRPr sz="900"/>
            </a:lvl5pPr>
            <a:lvl6pPr indent="-228600" lvl="5" marL="2743200" algn="l">
              <a:spcBef>
                <a:spcPts val="225"/>
              </a:spcBef>
              <a:spcAft>
                <a:spcPts val="0"/>
              </a:spcAft>
              <a:buSzPts val="900"/>
              <a:buFont typeface="Times New Roman"/>
              <a:buNone/>
              <a:defRPr sz="900"/>
            </a:lvl6pPr>
            <a:lvl7pPr indent="-228600" lvl="6" marL="3200400" algn="l">
              <a:spcBef>
                <a:spcPts val="225"/>
              </a:spcBef>
              <a:spcAft>
                <a:spcPts val="0"/>
              </a:spcAft>
              <a:buSzPts val="900"/>
              <a:buFont typeface="Times New Roman"/>
              <a:buNone/>
              <a:defRPr sz="900"/>
            </a:lvl7pPr>
            <a:lvl8pPr indent="-228600" lvl="7" marL="3657600" algn="l">
              <a:spcBef>
                <a:spcPts val="225"/>
              </a:spcBef>
              <a:spcAft>
                <a:spcPts val="0"/>
              </a:spcAft>
              <a:buSzPts val="900"/>
              <a:buFont typeface="Times New Roman"/>
              <a:buNone/>
              <a:defRPr sz="900"/>
            </a:lvl8pPr>
            <a:lvl9pPr indent="-228600" lvl="8" marL="4114800" algn="l">
              <a:spcBef>
                <a:spcPts val="225"/>
              </a:spcBef>
              <a:spcAft>
                <a:spcPts val="225"/>
              </a:spcAft>
              <a:buSzPts val="900"/>
              <a:buFont typeface="Times New Roman"/>
              <a:buNone/>
              <a:defRPr sz="900"/>
            </a:lvl9pPr>
          </a:lstStyle>
          <a:p/>
        </p:txBody>
      </p:sp>
      <p:sp>
        <p:nvSpPr>
          <p:cNvPr id="111" name="Google Shape;111;p23"/>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
        <p:nvSpPr>
          <p:cNvPr id="113" name="Google Shape;113;p2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5"/>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spAutoFit/>
          </a:bodyPr>
          <a:lstStyle>
            <a:lvl1pPr indent="-228600" lvl="0" marL="457200" algn="l">
              <a:lnSpc>
                <a:spcPct val="90000"/>
              </a:lnSpc>
              <a:spcBef>
                <a:spcPts val="0"/>
              </a:spcBef>
              <a:spcAft>
                <a:spcPts val="0"/>
              </a:spcAft>
              <a:buSzPts val="2400"/>
              <a:buFont typeface="Times New Roman"/>
              <a:buNone/>
              <a:defRPr b="1" sz="2400"/>
            </a:lvl1pPr>
            <a:lvl2pPr indent="-228600" lvl="1" marL="914400" algn="l">
              <a:spcBef>
                <a:spcPts val="600"/>
              </a:spcBef>
              <a:spcAft>
                <a:spcPts val="0"/>
              </a:spcAft>
              <a:buSzPts val="2000"/>
              <a:buNone/>
              <a:defRPr b="1" sz="2000"/>
            </a:lvl2pPr>
            <a:lvl3pPr indent="-228600" lvl="2" marL="1371600" algn="l">
              <a:spcBef>
                <a:spcPts val="500"/>
              </a:spcBef>
              <a:spcAft>
                <a:spcPts val="0"/>
              </a:spcAft>
              <a:buSzPts val="1800"/>
              <a:buFont typeface="Times New Roman"/>
              <a:buNone/>
              <a:defRPr b="1" sz="1800"/>
            </a:lvl3pPr>
            <a:lvl4pPr indent="-228600" lvl="3" marL="1828800" algn="l">
              <a:spcBef>
                <a:spcPts val="450"/>
              </a:spcBef>
              <a:spcAft>
                <a:spcPts val="0"/>
              </a:spcAft>
              <a:buSzPts val="1600"/>
              <a:buNone/>
              <a:defRPr b="1" sz="1600"/>
            </a:lvl4pPr>
            <a:lvl5pPr indent="-228600" lvl="4" marL="2286000" algn="l">
              <a:spcBef>
                <a:spcPts val="400"/>
              </a:spcBef>
              <a:spcAft>
                <a:spcPts val="0"/>
              </a:spcAft>
              <a:buSzPts val="1600"/>
              <a:buFont typeface="Times New Roman"/>
              <a:buNone/>
              <a:defRPr b="1" sz="1600"/>
            </a:lvl5pPr>
            <a:lvl6pPr indent="-228600" lvl="5" marL="2743200" algn="l">
              <a:spcBef>
                <a:spcPts val="400"/>
              </a:spcBef>
              <a:spcAft>
                <a:spcPts val="0"/>
              </a:spcAft>
              <a:buSzPts val="1600"/>
              <a:buFont typeface="Times New Roman"/>
              <a:buNone/>
              <a:defRPr b="1" sz="1600"/>
            </a:lvl6pPr>
            <a:lvl7pPr indent="-228600" lvl="6" marL="3200400" algn="l">
              <a:spcBef>
                <a:spcPts val="400"/>
              </a:spcBef>
              <a:spcAft>
                <a:spcPts val="0"/>
              </a:spcAft>
              <a:buSzPts val="1600"/>
              <a:buFont typeface="Times New Roman"/>
              <a:buNone/>
              <a:defRPr b="1" sz="1600"/>
            </a:lvl7pPr>
            <a:lvl8pPr indent="-228600" lvl="7" marL="3657600" algn="l">
              <a:spcBef>
                <a:spcPts val="400"/>
              </a:spcBef>
              <a:spcAft>
                <a:spcPts val="0"/>
              </a:spcAft>
              <a:buSzPts val="1600"/>
              <a:buFont typeface="Times New Roman"/>
              <a:buNone/>
              <a:defRPr b="1" sz="1600"/>
            </a:lvl8pPr>
            <a:lvl9pPr indent="-228600" lvl="8" marL="4114800" algn="l">
              <a:spcBef>
                <a:spcPts val="400"/>
              </a:spcBef>
              <a:spcAft>
                <a:spcPts val="400"/>
              </a:spcAft>
              <a:buSzPts val="1600"/>
              <a:buFont typeface="Times New Roman"/>
              <a:buNone/>
              <a:defRPr b="1" sz="1600"/>
            </a:lvl9pPr>
          </a:lstStyle>
          <a:p/>
        </p:txBody>
      </p:sp>
      <p:sp>
        <p:nvSpPr>
          <p:cNvPr id="120" name="Google Shape;120;p26"/>
          <p:cNvSpPr txBox="1"/>
          <p:nvPr>
            <p:ph idx="2" type="body"/>
          </p:nvPr>
        </p:nvSpPr>
        <p:spPr>
          <a:xfrm>
            <a:off x="457200" y="2174875"/>
            <a:ext cx="4040188" cy="3951288"/>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sz="2400"/>
            </a:lvl1pPr>
            <a:lvl2pPr indent="-228600" lvl="1" marL="914400" algn="l">
              <a:spcBef>
                <a:spcPts val="600"/>
              </a:spcBef>
              <a:spcAft>
                <a:spcPts val="0"/>
              </a:spcAft>
              <a:buSzPts val="1400"/>
              <a:buNone/>
              <a:defRPr sz="2000"/>
            </a:lvl2pPr>
            <a:lvl3pPr indent="-228600" lvl="2" marL="1371600" algn="l">
              <a:spcBef>
                <a:spcPts val="500"/>
              </a:spcBef>
              <a:spcAft>
                <a:spcPts val="0"/>
              </a:spcAft>
              <a:buSzPts val="1400"/>
              <a:buNone/>
              <a:defRPr sz="1800"/>
            </a:lvl3pPr>
            <a:lvl4pPr indent="-228600" lvl="3" marL="1828800" algn="l">
              <a:spcBef>
                <a:spcPts val="450"/>
              </a:spcBef>
              <a:spcAft>
                <a:spcPts val="0"/>
              </a:spcAft>
              <a:buSzPts val="1400"/>
              <a:buNone/>
              <a:defRPr sz="1600"/>
            </a:lvl4pPr>
            <a:lvl5pPr indent="-228600" lvl="4" marL="2286000" algn="l">
              <a:spcBef>
                <a:spcPts val="400"/>
              </a:spcBef>
              <a:spcAft>
                <a:spcPts val="0"/>
              </a:spcAft>
              <a:buSzPts val="1400"/>
              <a:buNone/>
              <a:defRPr sz="1600"/>
            </a:lvl5pPr>
            <a:lvl6pPr indent="-228600" lvl="5" marL="2743200" algn="l">
              <a:spcBef>
                <a:spcPts val="400"/>
              </a:spcBef>
              <a:spcAft>
                <a:spcPts val="0"/>
              </a:spcAft>
              <a:buSzPts val="1400"/>
              <a:buNone/>
              <a:defRPr sz="1600"/>
            </a:lvl6pPr>
            <a:lvl7pPr indent="-228600" lvl="6" marL="3200400" algn="l">
              <a:spcBef>
                <a:spcPts val="400"/>
              </a:spcBef>
              <a:spcAft>
                <a:spcPts val="0"/>
              </a:spcAft>
              <a:buSzPts val="1400"/>
              <a:buNone/>
              <a:defRPr sz="1600"/>
            </a:lvl7pPr>
            <a:lvl8pPr indent="-228600" lvl="7" marL="3657600" algn="l">
              <a:spcBef>
                <a:spcPts val="400"/>
              </a:spcBef>
              <a:spcAft>
                <a:spcPts val="0"/>
              </a:spcAft>
              <a:buSzPts val="1400"/>
              <a:buNone/>
              <a:defRPr sz="1600"/>
            </a:lvl8pPr>
            <a:lvl9pPr indent="-228600" lvl="8" marL="4114800" algn="l">
              <a:spcBef>
                <a:spcPts val="400"/>
              </a:spcBef>
              <a:spcAft>
                <a:spcPts val="400"/>
              </a:spcAft>
              <a:buSzPts val="1400"/>
              <a:buNone/>
              <a:defRPr sz="1600"/>
            </a:lvl9pPr>
          </a:lstStyle>
          <a:p/>
        </p:txBody>
      </p:sp>
      <p:sp>
        <p:nvSpPr>
          <p:cNvPr id="121" name="Google Shape;121;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spAutoFit/>
          </a:bodyPr>
          <a:lstStyle>
            <a:lvl1pPr indent="-228600" lvl="0" marL="457200" algn="l">
              <a:lnSpc>
                <a:spcPct val="90000"/>
              </a:lnSpc>
              <a:spcBef>
                <a:spcPts val="0"/>
              </a:spcBef>
              <a:spcAft>
                <a:spcPts val="0"/>
              </a:spcAft>
              <a:buSzPts val="2400"/>
              <a:buFont typeface="Times New Roman"/>
              <a:buNone/>
              <a:defRPr b="1" sz="2400"/>
            </a:lvl1pPr>
            <a:lvl2pPr indent="-228600" lvl="1" marL="914400" algn="l">
              <a:spcBef>
                <a:spcPts val="600"/>
              </a:spcBef>
              <a:spcAft>
                <a:spcPts val="0"/>
              </a:spcAft>
              <a:buSzPts val="2000"/>
              <a:buNone/>
              <a:defRPr b="1" sz="2000"/>
            </a:lvl2pPr>
            <a:lvl3pPr indent="-228600" lvl="2" marL="1371600" algn="l">
              <a:spcBef>
                <a:spcPts val="500"/>
              </a:spcBef>
              <a:spcAft>
                <a:spcPts val="0"/>
              </a:spcAft>
              <a:buSzPts val="1800"/>
              <a:buFont typeface="Times New Roman"/>
              <a:buNone/>
              <a:defRPr b="1" sz="1800"/>
            </a:lvl3pPr>
            <a:lvl4pPr indent="-228600" lvl="3" marL="1828800" algn="l">
              <a:spcBef>
                <a:spcPts val="450"/>
              </a:spcBef>
              <a:spcAft>
                <a:spcPts val="0"/>
              </a:spcAft>
              <a:buSzPts val="1600"/>
              <a:buNone/>
              <a:defRPr b="1" sz="1600"/>
            </a:lvl4pPr>
            <a:lvl5pPr indent="-228600" lvl="4" marL="2286000" algn="l">
              <a:spcBef>
                <a:spcPts val="400"/>
              </a:spcBef>
              <a:spcAft>
                <a:spcPts val="0"/>
              </a:spcAft>
              <a:buSzPts val="1600"/>
              <a:buFont typeface="Times New Roman"/>
              <a:buNone/>
              <a:defRPr b="1" sz="1600"/>
            </a:lvl5pPr>
            <a:lvl6pPr indent="-228600" lvl="5" marL="2743200" algn="l">
              <a:spcBef>
                <a:spcPts val="400"/>
              </a:spcBef>
              <a:spcAft>
                <a:spcPts val="0"/>
              </a:spcAft>
              <a:buSzPts val="1600"/>
              <a:buFont typeface="Times New Roman"/>
              <a:buNone/>
              <a:defRPr b="1" sz="1600"/>
            </a:lvl6pPr>
            <a:lvl7pPr indent="-228600" lvl="6" marL="3200400" algn="l">
              <a:spcBef>
                <a:spcPts val="400"/>
              </a:spcBef>
              <a:spcAft>
                <a:spcPts val="0"/>
              </a:spcAft>
              <a:buSzPts val="1600"/>
              <a:buFont typeface="Times New Roman"/>
              <a:buNone/>
              <a:defRPr b="1" sz="1600"/>
            </a:lvl7pPr>
            <a:lvl8pPr indent="-228600" lvl="7" marL="3657600" algn="l">
              <a:spcBef>
                <a:spcPts val="400"/>
              </a:spcBef>
              <a:spcAft>
                <a:spcPts val="0"/>
              </a:spcAft>
              <a:buSzPts val="1600"/>
              <a:buFont typeface="Times New Roman"/>
              <a:buNone/>
              <a:defRPr b="1" sz="1600"/>
            </a:lvl8pPr>
            <a:lvl9pPr indent="-228600" lvl="8" marL="4114800" algn="l">
              <a:spcBef>
                <a:spcPts val="400"/>
              </a:spcBef>
              <a:spcAft>
                <a:spcPts val="400"/>
              </a:spcAft>
              <a:buSzPts val="1600"/>
              <a:buFont typeface="Times New Roman"/>
              <a:buNone/>
              <a:defRPr b="1" sz="1600"/>
            </a:lvl9pPr>
          </a:lstStyle>
          <a:p/>
        </p:txBody>
      </p:sp>
      <p:sp>
        <p:nvSpPr>
          <p:cNvPr id="122" name="Google Shape;122;p26"/>
          <p:cNvSpPr txBox="1"/>
          <p:nvPr>
            <p:ph idx="4" type="body"/>
          </p:nvPr>
        </p:nvSpPr>
        <p:spPr>
          <a:xfrm>
            <a:off x="4645025" y="2174875"/>
            <a:ext cx="4041775" cy="3951288"/>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sz="2400"/>
            </a:lvl1pPr>
            <a:lvl2pPr indent="-228600" lvl="1" marL="914400" algn="l">
              <a:spcBef>
                <a:spcPts val="600"/>
              </a:spcBef>
              <a:spcAft>
                <a:spcPts val="0"/>
              </a:spcAft>
              <a:buSzPts val="1400"/>
              <a:buNone/>
              <a:defRPr sz="2000"/>
            </a:lvl2pPr>
            <a:lvl3pPr indent="-228600" lvl="2" marL="1371600" algn="l">
              <a:spcBef>
                <a:spcPts val="500"/>
              </a:spcBef>
              <a:spcAft>
                <a:spcPts val="0"/>
              </a:spcAft>
              <a:buSzPts val="1400"/>
              <a:buNone/>
              <a:defRPr sz="1800"/>
            </a:lvl3pPr>
            <a:lvl4pPr indent="-228600" lvl="3" marL="1828800" algn="l">
              <a:spcBef>
                <a:spcPts val="450"/>
              </a:spcBef>
              <a:spcAft>
                <a:spcPts val="0"/>
              </a:spcAft>
              <a:buSzPts val="1400"/>
              <a:buNone/>
              <a:defRPr sz="1600"/>
            </a:lvl4pPr>
            <a:lvl5pPr indent="-228600" lvl="4" marL="2286000" algn="l">
              <a:spcBef>
                <a:spcPts val="400"/>
              </a:spcBef>
              <a:spcAft>
                <a:spcPts val="0"/>
              </a:spcAft>
              <a:buSzPts val="1400"/>
              <a:buNone/>
              <a:defRPr sz="1600"/>
            </a:lvl5pPr>
            <a:lvl6pPr indent="-228600" lvl="5" marL="2743200" algn="l">
              <a:spcBef>
                <a:spcPts val="400"/>
              </a:spcBef>
              <a:spcAft>
                <a:spcPts val="0"/>
              </a:spcAft>
              <a:buSzPts val="1400"/>
              <a:buNone/>
              <a:defRPr sz="1600"/>
            </a:lvl6pPr>
            <a:lvl7pPr indent="-228600" lvl="6" marL="3200400" algn="l">
              <a:spcBef>
                <a:spcPts val="400"/>
              </a:spcBef>
              <a:spcAft>
                <a:spcPts val="0"/>
              </a:spcAft>
              <a:buSzPts val="1400"/>
              <a:buNone/>
              <a:defRPr sz="1600"/>
            </a:lvl7pPr>
            <a:lvl8pPr indent="-228600" lvl="7" marL="3657600" algn="l">
              <a:spcBef>
                <a:spcPts val="400"/>
              </a:spcBef>
              <a:spcAft>
                <a:spcPts val="0"/>
              </a:spcAft>
              <a:buSzPts val="1400"/>
              <a:buNone/>
              <a:defRPr sz="1600"/>
            </a:lvl8pPr>
            <a:lvl9pPr indent="-228600" lvl="8" marL="4114800" algn="l">
              <a:spcBef>
                <a:spcPts val="400"/>
              </a:spcBef>
              <a:spcAft>
                <a:spcPts val="400"/>
              </a:spcAft>
              <a:buSzPts val="1400"/>
              <a:buNone/>
              <a:defRPr sz="1600"/>
            </a:lvl9pPr>
          </a:lstStyle>
          <a:p/>
        </p:txBody>
      </p:sp>
      <p:sp>
        <p:nvSpPr>
          <p:cNvPr id="123" name="Google Shape;123;p2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4" name="Shape 124"/>
        <p:cNvGrpSpPr/>
        <p:nvPr/>
      </p:nvGrpSpPr>
      <p:grpSpPr>
        <a:xfrm>
          <a:off x="0" y="0"/>
          <a:ext cx="0" cy="0"/>
          <a:chOff x="0" y="0"/>
          <a:chExt cx="0" cy="0"/>
        </a:xfrm>
      </p:grpSpPr>
      <p:sp>
        <p:nvSpPr>
          <p:cNvPr id="125" name="Google Shape;125;p27"/>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7"/>
          <p:cNvSpPr txBox="1"/>
          <p:nvPr>
            <p:ph idx="1" type="body"/>
          </p:nvPr>
        </p:nvSpPr>
        <p:spPr>
          <a:xfrm>
            <a:off x="1371600" y="2320925"/>
            <a:ext cx="3543300" cy="2068513"/>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sz="2800"/>
            </a:lvl1pPr>
            <a:lvl2pPr indent="-228600" lvl="1" marL="914400" algn="l">
              <a:spcBef>
                <a:spcPts val="700"/>
              </a:spcBef>
              <a:spcAft>
                <a:spcPts val="0"/>
              </a:spcAft>
              <a:buSzPts val="1400"/>
              <a:buNone/>
              <a:defRPr sz="2400"/>
            </a:lvl2pPr>
            <a:lvl3pPr indent="-228600" lvl="2" marL="1371600" algn="l">
              <a:spcBef>
                <a:spcPts val="600"/>
              </a:spcBef>
              <a:spcAft>
                <a:spcPts val="0"/>
              </a:spcAft>
              <a:buSzPts val="1400"/>
              <a:buNone/>
              <a:defRPr sz="2000"/>
            </a:lvl3pPr>
            <a:lvl4pPr indent="-228600" lvl="3" marL="1828800" algn="l">
              <a:spcBef>
                <a:spcPts val="500"/>
              </a:spcBef>
              <a:spcAft>
                <a:spcPts val="0"/>
              </a:spcAft>
              <a:buSzPts val="1400"/>
              <a:buNone/>
              <a:defRPr sz="1800"/>
            </a:lvl4pPr>
            <a:lvl5pPr indent="-228600" lvl="4" marL="2286000" algn="l">
              <a:spcBef>
                <a:spcPts val="450"/>
              </a:spcBef>
              <a:spcAft>
                <a:spcPts val="0"/>
              </a:spcAft>
              <a:buSzPts val="1400"/>
              <a:buNone/>
              <a:defRPr sz="1800"/>
            </a:lvl5pPr>
            <a:lvl6pPr indent="-228600" lvl="5" marL="2743200" algn="l">
              <a:spcBef>
                <a:spcPts val="450"/>
              </a:spcBef>
              <a:spcAft>
                <a:spcPts val="0"/>
              </a:spcAft>
              <a:buSzPts val="1400"/>
              <a:buNone/>
              <a:defRPr sz="1800"/>
            </a:lvl6pPr>
            <a:lvl7pPr indent="-228600" lvl="6" marL="3200400" algn="l">
              <a:spcBef>
                <a:spcPts val="450"/>
              </a:spcBef>
              <a:spcAft>
                <a:spcPts val="0"/>
              </a:spcAft>
              <a:buSzPts val="1400"/>
              <a:buNone/>
              <a:defRPr sz="1800"/>
            </a:lvl7pPr>
            <a:lvl8pPr indent="-228600" lvl="7" marL="3657600" algn="l">
              <a:spcBef>
                <a:spcPts val="450"/>
              </a:spcBef>
              <a:spcAft>
                <a:spcPts val="0"/>
              </a:spcAft>
              <a:buSzPts val="1400"/>
              <a:buNone/>
              <a:defRPr sz="1800"/>
            </a:lvl8pPr>
            <a:lvl9pPr indent="-228600" lvl="8" marL="4114800" algn="l">
              <a:spcBef>
                <a:spcPts val="450"/>
              </a:spcBef>
              <a:spcAft>
                <a:spcPts val="450"/>
              </a:spcAft>
              <a:buSzPts val="1400"/>
              <a:buNone/>
              <a:defRPr sz="1800"/>
            </a:lvl9pPr>
          </a:lstStyle>
          <a:p/>
        </p:txBody>
      </p:sp>
      <p:sp>
        <p:nvSpPr>
          <p:cNvPr id="127" name="Google Shape;127;p27"/>
          <p:cNvSpPr txBox="1"/>
          <p:nvPr>
            <p:ph idx="2" type="body"/>
          </p:nvPr>
        </p:nvSpPr>
        <p:spPr>
          <a:xfrm>
            <a:off x="5067300" y="2320925"/>
            <a:ext cx="3543300" cy="2068513"/>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SzPts val="1400"/>
              <a:buNone/>
              <a:defRPr sz="2800"/>
            </a:lvl1pPr>
            <a:lvl2pPr indent="-228600" lvl="1" marL="914400" algn="l">
              <a:spcBef>
                <a:spcPts val="700"/>
              </a:spcBef>
              <a:spcAft>
                <a:spcPts val="0"/>
              </a:spcAft>
              <a:buSzPts val="1400"/>
              <a:buNone/>
              <a:defRPr sz="2400"/>
            </a:lvl2pPr>
            <a:lvl3pPr indent="-228600" lvl="2" marL="1371600" algn="l">
              <a:spcBef>
                <a:spcPts val="600"/>
              </a:spcBef>
              <a:spcAft>
                <a:spcPts val="0"/>
              </a:spcAft>
              <a:buSzPts val="1400"/>
              <a:buNone/>
              <a:defRPr sz="2000"/>
            </a:lvl3pPr>
            <a:lvl4pPr indent="-228600" lvl="3" marL="1828800" algn="l">
              <a:spcBef>
                <a:spcPts val="500"/>
              </a:spcBef>
              <a:spcAft>
                <a:spcPts val="0"/>
              </a:spcAft>
              <a:buSzPts val="1400"/>
              <a:buNone/>
              <a:defRPr sz="1800"/>
            </a:lvl4pPr>
            <a:lvl5pPr indent="-228600" lvl="4" marL="2286000" algn="l">
              <a:spcBef>
                <a:spcPts val="450"/>
              </a:spcBef>
              <a:spcAft>
                <a:spcPts val="0"/>
              </a:spcAft>
              <a:buSzPts val="1400"/>
              <a:buNone/>
              <a:defRPr sz="1800"/>
            </a:lvl5pPr>
            <a:lvl6pPr indent="-228600" lvl="5" marL="2743200" algn="l">
              <a:spcBef>
                <a:spcPts val="450"/>
              </a:spcBef>
              <a:spcAft>
                <a:spcPts val="0"/>
              </a:spcAft>
              <a:buSzPts val="1400"/>
              <a:buNone/>
              <a:defRPr sz="1800"/>
            </a:lvl6pPr>
            <a:lvl7pPr indent="-228600" lvl="6" marL="3200400" algn="l">
              <a:spcBef>
                <a:spcPts val="450"/>
              </a:spcBef>
              <a:spcAft>
                <a:spcPts val="0"/>
              </a:spcAft>
              <a:buSzPts val="1400"/>
              <a:buNone/>
              <a:defRPr sz="1800"/>
            </a:lvl7pPr>
            <a:lvl8pPr indent="-228600" lvl="7" marL="3657600" algn="l">
              <a:spcBef>
                <a:spcPts val="450"/>
              </a:spcBef>
              <a:spcAft>
                <a:spcPts val="0"/>
              </a:spcAft>
              <a:buSzPts val="1400"/>
              <a:buNone/>
              <a:defRPr sz="1800"/>
            </a:lvl8pPr>
            <a:lvl9pPr indent="-228600" lvl="8" marL="4114800" algn="l">
              <a:spcBef>
                <a:spcPts val="450"/>
              </a:spcBef>
              <a:spcAft>
                <a:spcPts val="450"/>
              </a:spcAft>
              <a:buSzPts val="1400"/>
              <a:buNone/>
              <a:defRPr sz="1800"/>
            </a:lvl9pPr>
          </a:lstStyle>
          <a:p/>
        </p:txBody>
      </p:sp>
      <p:sp>
        <p:nvSpPr>
          <p:cNvPr id="128" name="Google Shape;128;p27"/>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9" name="Shape 129"/>
        <p:cNvGrpSpPr/>
        <p:nvPr/>
      </p:nvGrpSpPr>
      <p:grpSpPr>
        <a:xfrm>
          <a:off x="0" y="0"/>
          <a:ext cx="0" cy="0"/>
          <a:chOff x="0" y="0"/>
          <a:chExt cx="0" cy="0"/>
        </a:xfrm>
      </p:grpSpPr>
      <p:sp>
        <p:nvSpPr>
          <p:cNvPr id="130" name="Google Shape;130;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spAutoFit/>
          </a:bodyPr>
          <a:lstStyle>
            <a:lvl1pPr indent="-228600" lvl="0" marL="457200" algn="l">
              <a:lnSpc>
                <a:spcPct val="90000"/>
              </a:lnSpc>
              <a:spcBef>
                <a:spcPts val="0"/>
              </a:spcBef>
              <a:spcAft>
                <a:spcPts val="0"/>
              </a:spcAft>
              <a:buSzPts val="2000"/>
              <a:buFont typeface="Times New Roman"/>
              <a:buNone/>
              <a:defRPr sz="2000"/>
            </a:lvl1pPr>
            <a:lvl2pPr indent="-228600" lvl="1" marL="914400" algn="l">
              <a:spcBef>
                <a:spcPts val="500"/>
              </a:spcBef>
              <a:spcAft>
                <a:spcPts val="0"/>
              </a:spcAft>
              <a:buSzPts val="1800"/>
              <a:buNone/>
              <a:defRPr sz="1800"/>
            </a:lvl2pPr>
            <a:lvl3pPr indent="-228600" lvl="2" marL="1371600" algn="l">
              <a:spcBef>
                <a:spcPts val="450"/>
              </a:spcBef>
              <a:spcAft>
                <a:spcPts val="0"/>
              </a:spcAft>
              <a:buSzPts val="1600"/>
              <a:buFont typeface="Times New Roman"/>
              <a:buNone/>
              <a:defRPr sz="1600"/>
            </a:lvl3pPr>
            <a:lvl4pPr indent="-228600" lvl="3" marL="1828800" algn="l">
              <a:spcBef>
                <a:spcPts val="400"/>
              </a:spcBef>
              <a:spcAft>
                <a:spcPts val="0"/>
              </a:spcAft>
              <a:buSzPts val="1400"/>
              <a:buNone/>
              <a:defRPr sz="1400"/>
            </a:lvl4pPr>
            <a:lvl5pPr indent="-228600" lvl="4" marL="2286000" algn="l">
              <a:spcBef>
                <a:spcPts val="350"/>
              </a:spcBef>
              <a:spcAft>
                <a:spcPts val="0"/>
              </a:spcAft>
              <a:buSzPts val="1400"/>
              <a:buFont typeface="Times New Roman"/>
              <a:buNone/>
              <a:defRPr sz="1400"/>
            </a:lvl5pPr>
            <a:lvl6pPr indent="-228600" lvl="5" marL="2743200" algn="l">
              <a:spcBef>
                <a:spcPts val="350"/>
              </a:spcBef>
              <a:spcAft>
                <a:spcPts val="0"/>
              </a:spcAft>
              <a:buSzPts val="1400"/>
              <a:buFont typeface="Times New Roman"/>
              <a:buNone/>
              <a:defRPr sz="1400"/>
            </a:lvl6pPr>
            <a:lvl7pPr indent="-228600" lvl="6" marL="3200400" algn="l">
              <a:spcBef>
                <a:spcPts val="350"/>
              </a:spcBef>
              <a:spcAft>
                <a:spcPts val="0"/>
              </a:spcAft>
              <a:buSzPts val="1400"/>
              <a:buFont typeface="Times New Roman"/>
              <a:buNone/>
              <a:defRPr sz="1400"/>
            </a:lvl7pPr>
            <a:lvl8pPr indent="-228600" lvl="7" marL="3657600" algn="l">
              <a:spcBef>
                <a:spcPts val="350"/>
              </a:spcBef>
              <a:spcAft>
                <a:spcPts val="0"/>
              </a:spcAft>
              <a:buSzPts val="1400"/>
              <a:buFont typeface="Times New Roman"/>
              <a:buNone/>
              <a:defRPr sz="1400"/>
            </a:lvl8pPr>
            <a:lvl9pPr indent="-228600" lvl="8" marL="4114800" algn="l">
              <a:spcBef>
                <a:spcPts val="350"/>
              </a:spcBef>
              <a:spcAft>
                <a:spcPts val="350"/>
              </a:spcAft>
              <a:buSzPts val="1400"/>
              <a:buFont typeface="Times New Roman"/>
              <a:buNone/>
              <a:defRPr sz="1400"/>
            </a:lvl9pPr>
          </a:lstStyle>
          <a:p/>
        </p:txBody>
      </p:sp>
      <p:sp>
        <p:nvSpPr>
          <p:cNvPr id="132" name="Google Shape;132;p28"/>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3" name="Shape 133"/>
        <p:cNvGrpSpPr/>
        <p:nvPr/>
      </p:nvGrpSpPr>
      <p:grpSpPr>
        <a:xfrm>
          <a:off x="0" y="0"/>
          <a:ext cx="0" cy="0"/>
          <a:chOff x="0" y="0"/>
          <a:chExt cx="0" cy="0"/>
        </a:xfrm>
      </p:grpSpPr>
      <p:sp>
        <p:nvSpPr>
          <p:cNvPr id="134" name="Google Shape;134;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9"/>
          <p:cNvSpPr txBox="1"/>
          <p:nvPr>
            <p:ph idx="1" type="subTitle"/>
          </p:nvPr>
        </p:nvSpPr>
        <p:spPr>
          <a:xfrm>
            <a:off x="1371600" y="3886200"/>
            <a:ext cx="6400800" cy="1752600"/>
          </a:xfrm>
          <a:prstGeom prst="rect">
            <a:avLst/>
          </a:prstGeom>
          <a:noFill/>
          <a:ln>
            <a:noFill/>
          </a:ln>
        </p:spPr>
        <p:txBody>
          <a:bodyPr anchorCtr="0" anchor="ctr" bIns="45700" lIns="91425" spcFirstLastPara="1" rIns="91425" wrap="square" tIns="45700">
            <a:spAutoFit/>
          </a:bodyPr>
          <a:lstStyle>
            <a:lvl1pPr lvl="0" algn="ctr">
              <a:lnSpc>
                <a:spcPct val="90000"/>
              </a:lnSpc>
              <a:spcBef>
                <a:spcPts val="0"/>
              </a:spcBef>
              <a:spcAft>
                <a:spcPts val="0"/>
              </a:spcAft>
              <a:buSzPts val="2800"/>
              <a:buFont typeface="Times New Roman"/>
              <a:buNone/>
              <a:defRPr/>
            </a:lvl1pPr>
            <a:lvl2pPr lvl="1" algn="ctr">
              <a:spcBef>
                <a:spcPts val="700"/>
              </a:spcBef>
              <a:spcAft>
                <a:spcPts val="0"/>
              </a:spcAft>
              <a:buSzPts val="2200"/>
              <a:buNone/>
              <a:defRPr/>
            </a:lvl2pPr>
            <a:lvl3pPr lvl="2" algn="ctr">
              <a:spcBef>
                <a:spcPts val="550"/>
              </a:spcBef>
              <a:spcAft>
                <a:spcPts val="0"/>
              </a:spcAft>
              <a:buSzPts val="2000"/>
              <a:buFont typeface="Times New Roman"/>
              <a:buNone/>
              <a:defRPr/>
            </a:lvl3pPr>
            <a:lvl4pPr lvl="3" algn="ctr">
              <a:spcBef>
                <a:spcPts val="500"/>
              </a:spcBef>
              <a:spcAft>
                <a:spcPts val="0"/>
              </a:spcAft>
              <a:buSzPts val="2000"/>
              <a:buNone/>
              <a:defRPr/>
            </a:lvl4pPr>
            <a:lvl5pPr lvl="4" algn="ctr">
              <a:spcBef>
                <a:spcPts val="500"/>
              </a:spcBef>
              <a:spcAft>
                <a:spcPts val="0"/>
              </a:spcAft>
              <a:buSzPts val="2000"/>
              <a:buFont typeface="Times New Roman"/>
              <a:buNone/>
              <a:defRPr/>
            </a:lvl5pPr>
            <a:lvl6pPr lvl="5" algn="ctr">
              <a:spcBef>
                <a:spcPts val="500"/>
              </a:spcBef>
              <a:spcAft>
                <a:spcPts val="0"/>
              </a:spcAft>
              <a:buSzPts val="2000"/>
              <a:buFont typeface="Times New Roman"/>
              <a:buNone/>
              <a:defRPr/>
            </a:lvl6pPr>
            <a:lvl7pPr lvl="6" algn="ctr">
              <a:spcBef>
                <a:spcPts val="500"/>
              </a:spcBef>
              <a:spcAft>
                <a:spcPts val="0"/>
              </a:spcAft>
              <a:buSzPts val="2000"/>
              <a:buFont typeface="Times New Roman"/>
              <a:buNone/>
              <a:defRPr/>
            </a:lvl7pPr>
            <a:lvl8pPr lvl="7" algn="ctr">
              <a:spcBef>
                <a:spcPts val="500"/>
              </a:spcBef>
              <a:spcAft>
                <a:spcPts val="0"/>
              </a:spcAft>
              <a:buSzPts val="2000"/>
              <a:buFont typeface="Times New Roman"/>
              <a:buNone/>
              <a:defRPr/>
            </a:lvl8pPr>
            <a:lvl9pPr lvl="8" algn="ctr">
              <a:spcBef>
                <a:spcPts val="500"/>
              </a:spcBef>
              <a:spcAft>
                <a:spcPts val="500"/>
              </a:spcAft>
              <a:buSzPts val="2000"/>
              <a:buFont typeface="Times New Roman"/>
              <a:buNone/>
              <a:defRPr/>
            </a:lvl9pPr>
          </a:lstStyle>
          <a:p/>
        </p:txBody>
      </p:sp>
      <p:sp>
        <p:nvSpPr>
          <p:cNvPr id="136" name="Google Shape;136;p29"/>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1" name="Shape 141"/>
        <p:cNvGrpSpPr/>
        <p:nvPr/>
      </p:nvGrpSpPr>
      <p:grpSpPr>
        <a:xfrm>
          <a:off x="0" y="0"/>
          <a:ext cx="0" cy="0"/>
          <a:chOff x="0" y="0"/>
          <a:chExt cx="0" cy="0"/>
        </a:xfrm>
      </p:grpSpPr>
      <p:sp>
        <p:nvSpPr>
          <p:cNvPr id="142" name="Google Shape;142;p3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sp>
        <p:nvSpPr>
          <p:cNvPr id="145" name="Google Shape;145;p33"/>
          <p:cNvSpPr txBox="1"/>
          <p:nvPr>
            <p:ph type="title"/>
          </p:nvPr>
        </p:nvSpPr>
        <p:spPr>
          <a:xfrm rot="5400000">
            <a:off x="4732337" y="2171700"/>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46" name="Google Shape;146;p3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3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49" name="Google Shape;149;p34"/>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52" name="Google Shape;152;p35"/>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53" name="Google Shape;153;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4" name="Shape 154"/>
        <p:cNvGrpSpPr/>
        <p:nvPr/>
      </p:nvGrpSpPr>
      <p:grpSpPr>
        <a:xfrm>
          <a:off x="0" y="0"/>
          <a:ext cx="0" cy="0"/>
          <a:chOff x="0" y="0"/>
          <a:chExt cx="0" cy="0"/>
        </a:xfrm>
      </p:grpSpPr>
      <p:sp>
        <p:nvSpPr>
          <p:cNvPr id="155" name="Google Shape;1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56" name="Google Shape;1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7" name="Google Shape;1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8" name="Shape 15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9" name="Shape 159"/>
        <p:cNvGrpSpPr/>
        <p:nvPr/>
      </p:nvGrpSpPr>
      <p:grpSpPr>
        <a:xfrm>
          <a:off x="0" y="0"/>
          <a:ext cx="0" cy="0"/>
          <a:chOff x="0" y="0"/>
          <a:chExt cx="0" cy="0"/>
        </a:xfrm>
      </p:grpSpPr>
      <p:sp>
        <p:nvSpPr>
          <p:cNvPr id="160" name="Google Shape;160;p3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1" name="Shape 161"/>
        <p:cNvGrpSpPr/>
        <p:nvPr/>
      </p:nvGrpSpPr>
      <p:grpSpPr>
        <a:xfrm>
          <a:off x="0" y="0"/>
          <a:ext cx="0" cy="0"/>
          <a:chOff x="0" y="0"/>
          <a:chExt cx="0" cy="0"/>
        </a:xfrm>
      </p:grpSpPr>
      <p:sp>
        <p:nvSpPr>
          <p:cNvPr id="162" name="Google Shape;162;p3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63" name="Google Shape;163;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164" name="Google Shape;164;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65" name="Google Shape;165;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166" name="Google Shape;166;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7" name="Shape 167"/>
        <p:cNvGrpSpPr/>
        <p:nvPr/>
      </p:nvGrpSpPr>
      <p:grpSpPr>
        <a:xfrm>
          <a:off x="0" y="0"/>
          <a:ext cx="0" cy="0"/>
          <a:chOff x="0" y="0"/>
          <a:chExt cx="0" cy="0"/>
        </a:xfrm>
      </p:grpSpPr>
      <p:sp>
        <p:nvSpPr>
          <p:cNvPr id="168" name="Google Shape;168;p4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69" name="Google Shape;169;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0" name="Google Shape;170;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1" name="Shape 171"/>
        <p:cNvGrpSpPr/>
        <p:nvPr/>
      </p:nvGrpSpPr>
      <p:grpSpPr>
        <a:xfrm>
          <a:off x="0" y="0"/>
          <a:ext cx="0" cy="0"/>
          <a:chOff x="0" y="0"/>
          <a:chExt cx="0" cy="0"/>
        </a:xfrm>
      </p:grpSpPr>
      <p:sp>
        <p:nvSpPr>
          <p:cNvPr id="172" name="Google Shape;172;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73" name="Google Shape;173;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spcBef>
                <a:spcPts val="32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4" name="Shape 174"/>
        <p:cNvGrpSpPr/>
        <p:nvPr/>
      </p:nvGrpSpPr>
      <p:grpSpPr>
        <a:xfrm>
          <a:off x="0" y="0"/>
          <a:ext cx="0" cy="0"/>
          <a:chOff x="0" y="0"/>
          <a:chExt cx="0" cy="0"/>
        </a:xfrm>
      </p:grpSpPr>
      <p:sp>
        <p:nvSpPr>
          <p:cNvPr id="175" name="Google Shape;175;p4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76" name="Google Shape;176;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7" name="Shape 177"/>
        <p:cNvGrpSpPr/>
        <p:nvPr/>
      </p:nvGrpSpPr>
      <p:grpSpPr>
        <a:xfrm>
          <a:off x="0" y="0"/>
          <a:ext cx="0" cy="0"/>
          <a:chOff x="0" y="0"/>
          <a:chExt cx="0" cy="0"/>
        </a:xfrm>
      </p:grpSpPr>
      <p:sp>
        <p:nvSpPr>
          <p:cNvPr id="178" name="Google Shape;178;p43"/>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79" name="Google Shape;179;p4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ctr">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ctr">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0" name="Shape 190"/>
        <p:cNvGrpSpPr/>
        <p:nvPr/>
      </p:nvGrpSpPr>
      <p:grpSpPr>
        <a:xfrm>
          <a:off x="0" y="0"/>
          <a:ext cx="0" cy="0"/>
          <a:chOff x="0" y="0"/>
          <a:chExt cx="0" cy="0"/>
        </a:xfrm>
      </p:grpSpPr>
      <p:sp>
        <p:nvSpPr>
          <p:cNvPr id="191" name="Google Shape;191;p45"/>
          <p:cNvSpPr txBox="1"/>
          <p:nvPr>
            <p:ph type="title"/>
          </p:nvPr>
        </p:nvSpPr>
        <p:spPr>
          <a:xfrm rot="5400000">
            <a:off x="5319712" y="1443037"/>
            <a:ext cx="5397500" cy="4289425"/>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192" name="Google Shape;192;p45"/>
          <p:cNvSpPr txBox="1"/>
          <p:nvPr>
            <p:ph idx="1" type="body"/>
          </p:nvPr>
        </p:nvSpPr>
        <p:spPr>
          <a:xfrm rot="5400000">
            <a:off x="-3337719" y="-2772569"/>
            <a:ext cx="5397500" cy="12720637"/>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a:lvl1pPr>
            <a:lvl2pPr indent="-228600" lvl="1" marL="914400" algn="ctr">
              <a:lnSpc>
                <a:spcPct val="95000"/>
              </a:lnSpc>
              <a:spcBef>
                <a:spcPts val="360"/>
              </a:spcBef>
              <a:spcAft>
                <a:spcPts val="0"/>
              </a:spcAft>
              <a:buSzPts val="1400"/>
              <a:buNone/>
              <a:defRPr/>
            </a:lvl2pPr>
            <a:lvl3pPr indent="-228600" lvl="2" marL="1371600" algn="l">
              <a:lnSpc>
                <a:spcPct val="95000"/>
              </a:lnSpc>
              <a:spcBef>
                <a:spcPts val="360"/>
              </a:spcBef>
              <a:spcAft>
                <a:spcPts val="0"/>
              </a:spcAft>
              <a:buSzPts val="1400"/>
              <a:buNone/>
              <a:defRPr/>
            </a:lvl3pPr>
            <a:lvl4pPr indent="-228600" lvl="3" marL="1828800" algn="l">
              <a:lnSpc>
                <a:spcPct val="95000"/>
              </a:lnSpc>
              <a:spcBef>
                <a:spcPts val="360"/>
              </a:spcBef>
              <a:spcAft>
                <a:spcPts val="0"/>
              </a:spcAft>
              <a:buSzPts val="1400"/>
              <a:buNone/>
              <a:defRPr/>
            </a:lvl4pPr>
            <a:lvl5pPr indent="-228600" lvl="4" marL="2286000" algn="l">
              <a:lnSpc>
                <a:spcPct val="95000"/>
              </a:lnSpc>
              <a:spcBef>
                <a:spcPts val="360"/>
              </a:spcBef>
              <a:spcAft>
                <a:spcPts val="0"/>
              </a:spcAft>
              <a:buSzPts val="1400"/>
              <a:buNone/>
              <a:defRPr/>
            </a:lvl5pPr>
            <a:lvl6pPr indent="-228600" lvl="5" marL="2743200" algn="l">
              <a:lnSpc>
                <a:spcPct val="95000"/>
              </a:lnSpc>
              <a:spcBef>
                <a:spcPts val="360"/>
              </a:spcBef>
              <a:spcAft>
                <a:spcPts val="0"/>
              </a:spcAft>
              <a:buSzPts val="1400"/>
              <a:buNone/>
              <a:defRPr/>
            </a:lvl6pPr>
            <a:lvl7pPr indent="-228600" lvl="6" marL="3200400" algn="l">
              <a:lnSpc>
                <a:spcPct val="95000"/>
              </a:lnSpc>
              <a:spcBef>
                <a:spcPts val="360"/>
              </a:spcBef>
              <a:spcAft>
                <a:spcPts val="0"/>
              </a:spcAft>
              <a:buSzPts val="1400"/>
              <a:buNone/>
              <a:defRPr/>
            </a:lvl7pPr>
            <a:lvl8pPr indent="-228600" lvl="7" marL="3657600" algn="l">
              <a:lnSpc>
                <a:spcPct val="95000"/>
              </a:lnSpc>
              <a:spcBef>
                <a:spcPts val="360"/>
              </a:spcBef>
              <a:spcAft>
                <a:spcPts val="0"/>
              </a:spcAft>
              <a:buSzPts val="1400"/>
              <a:buNone/>
              <a:defRPr/>
            </a:lvl8pPr>
            <a:lvl9pPr indent="-228600" lvl="8" marL="4114800" algn="l">
              <a:lnSpc>
                <a:spcPct val="95000"/>
              </a:lnSpc>
              <a:spcBef>
                <a:spcPts val="360"/>
              </a:spcBef>
              <a:spcAft>
                <a:spcPts val="360"/>
              </a:spcAft>
              <a:buSzPts val="1400"/>
              <a:buNone/>
              <a:defRPr/>
            </a:lvl9pPr>
          </a:lstStyle>
          <a:p/>
        </p:txBody>
      </p:sp>
      <p:sp>
        <p:nvSpPr>
          <p:cNvPr id="193" name="Google Shape;193;p4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4" name="Shape 194"/>
        <p:cNvGrpSpPr/>
        <p:nvPr/>
      </p:nvGrpSpPr>
      <p:grpSpPr>
        <a:xfrm>
          <a:off x="0" y="0"/>
          <a:ext cx="0" cy="0"/>
          <a:chOff x="0" y="0"/>
          <a:chExt cx="0" cy="0"/>
        </a:xfrm>
      </p:grpSpPr>
      <p:sp>
        <p:nvSpPr>
          <p:cNvPr id="195" name="Google Shape;195;p46"/>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196" name="Google Shape;196;p46"/>
          <p:cNvSpPr txBox="1"/>
          <p:nvPr>
            <p:ph idx="1" type="body"/>
          </p:nvPr>
        </p:nvSpPr>
        <p:spPr>
          <a:xfrm rot="5400000">
            <a:off x="2686050" y="742950"/>
            <a:ext cx="3771900" cy="7315200"/>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a:lvl1pPr>
            <a:lvl2pPr indent="-228600" lvl="1" marL="914400" algn="ctr">
              <a:lnSpc>
                <a:spcPct val="95000"/>
              </a:lnSpc>
              <a:spcBef>
                <a:spcPts val="360"/>
              </a:spcBef>
              <a:spcAft>
                <a:spcPts val="0"/>
              </a:spcAft>
              <a:buSzPts val="1400"/>
              <a:buNone/>
              <a:defRPr/>
            </a:lvl2pPr>
            <a:lvl3pPr indent="-228600" lvl="2" marL="1371600" algn="l">
              <a:lnSpc>
                <a:spcPct val="95000"/>
              </a:lnSpc>
              <a:spcBef>
                <a:spcPts val="360"/>
              </a:spcBef>
              <a:spcAft>
                <a:spcPts val="0"/>
              </a:spcAft>
              <a:buSzPts val="1400"/>
              <a:buNone/>
              <a:defRPr/>
            </a:lvl3pPr>
            <a:lvl4pPr indent="-228600" lvl="3" marL="1828800" algn="l">
              <a:lnSpc>
                <a:spcPct val="95000"/>
              </a:lnSpc>
              <a:spcBef>
                <a:spcPts val="360"/>
              </a:spcBef>
              <a:spcAft>
                <a:spcPts val="0"/>
              </a:spcAft>
              <a:buSzPts val="1400"/>
              <a:buNone/>
              <a:defRPr/>
            </a:lvl4pPr>
            <a:lvl5pPr indent="-228600" lvl="4" marL="2286000" algn="l">
              <a:lnSpc>
                <a:spcPct val="95000"/>
              </a:lnSpc>
              <a:spcBef>
                <a:spcPts val="360"/>
              </a:spcBef>
              <a:spcAft>
                <a:spcPts val="0"/>
              </a:spcAft>
              <a:buSzPts val="1400"/>
              <a:buNone/>
              <a:defRPr/>
            </a:lvl5pPr>
            <a:lvl6pPr indent="-228600" lvl="5" marL="2743200" algn="l">
              <a:lnSpc>
                <a:spcPct val="95000"/>
              </a:lnSpc>
              <a:spcBef>
                <a:spcPts val="360"/>
              </a:spcBef>
              <a:spcAft>
                <a:spcPts val="0"/>
              </a:spcAft>
              <a:buSzPts val="1400"/>
              <a:buNone/>
              <a:defRPr/>
            </a:lvl6pPr>
            <a:lvl7pPr indent="-228600" lvl="6" marL="3200400" algn="l">
              <a:lnSpc>
                <a:spcPct val="95000"/>
              </a:lnSpc>
              <a:spcBef>
                <a:spcPts val="360"/>
              </a:spcBef>
              <a:spcAft>
                <a:spcPts val="0"/>
              </a:spcAft>
              <a:buSzPts val="1400"/>
              <a:buNone/>
              <a:defRPr/>
            </a:lvl7pPr>
            <a:lvl8pPr indent="-228600" lvl="7" marL="3657600" algn="l">
              <a:lnSpc>
                <a:spcPct val="95000"/>
              </a:lnSpc>
              <a:spcBef>
                <a:spcPts val="360"/>
              </a:spcBef>
              <a:spcAft>
                <a:spcPts val="0"/>
              </a:spcAft>
              <a:buSzPts val="1400"/>
              <a:buNone/>
              <a:defRPr/>
            </a:lvl8pPr>
            <a:lvl9pPr indent="-228600" lvl="8" marL="4114800" algn="l">
              <a:lnSpc>
                <a:spcPct val="95000"/>
              </a:lnSpc>
              <a:spcBef>
                <a:spcPts val="360"/>
              </a:spcBef>
              <a:spcAft>
                <a:spcPts val="360"/>
              </a:spcAft>
              <a:buSzPts val="1400"/>
              <a:buNone/>
              <a:defRPr/>
            </a:lvl9pPr>
          </a:lstStyle>
          <a:p/>
        </p:txBody>
      </p:sp>
      <p:sp>
        <p:nvSpPr>
          <p:cNvPr id="197" name="Google Shape;197;p4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8" name="Shape 198"/>
        <p:cNvGrpSpPr/>
        <p:nvPr/>
      </p:nvGrpSpPr>
      <p:grpSpPr>
        <a:xfrm>
          <a:off x="0" y="0"/>
          <a:ext cx="0" cy="0"/>
          <a:chOff x="0" y="0"/>
          <a:chExt cx="0" cy="0"/>
        </a:xfrm>
      </p:grpSpPr>
      <p:sp>
        <p:nvSpPr>
          <p:cNvPr id="199" name="Google Shape;199;p47"/>
          <p:cNvSpPr txBox="1"/>
          <p:nvPr>
            <p:ph type="title"/>
          </p:nvPr>
        </p:nvSpPr>
        <p:spPr>
          <a:xfrm>
            <a:off x="1792288" y="4800600"/>
            <a:ext cx="5486400" cy="566738"/>
          </a:xfrm>
          <a:prstGeom prst="rect">
            <a:avLst/>
          </a:prstGeom>
          <a:solidFill>
            <a:srgbClr val="FDC382"/>
          </a:solidFill>
          <a:ln>
            <a:noFill/>
          </a:ln>
          <a:effectLst>
            <a:outerShdw blurRad="63500" dir="2212194" dist="63500">
              <a:srgbClr val="5F5F5F"/>
            </a:outerShdw>
          </a:effectLst>
        </p:spPr>
        <p:txBody>
          <a:bodyPr anchorCtr="0" anchor="b" bIns="0" lIns="182875" spcFirstLastPara="1" rIns="182875" wrap="square" tIns="0">
            <a:spAutoFit/>
          </a:bodyPr>
          <a:lstStyle>
            <a:lvl1pPr lvl="0" algn="l">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00" name="Google Shape;200;p47"/>
          <p:cNvSpPr/>
          <p:nvPr>
            <p:ph idx="2" type="pic"/>
          </p:nvPr>
        </p:nvSpPr>
        <p:spPr>
          <a:xfrm>
            <a:off x="1792288" y="612775"/>
            <a:ext cx="5486400" cy="4114800"/>
          </a:xfrm>
          <a:prstGeom prst="rect">
            <a:avLst/>
          </a:prstGeom>
          <a:noFill/>
          <a:ln>
            <a:noFill/>
          </a:ln>
        </p:spPr>
        <p:txBody>
          <a:bodyPr anchorCtr="0" anchor="ctr" bIns="45700" lIns="91425" spcFirstLastPara="1" rIns="91425" wrap="square" tIns="45700">
            <a:noAutofit/>
          </a:bodyPr>
          <a:lstStyle>
            <a:lvl1pPr lvl="0" marR="0" rtl="0" algn="ctr">
              <a:lnSpc>
                <a:spcPct val="95000"/>
              </a:lnSpc>
              <a:spcBef>
                <a:spcPts val="0"/>
              </a:spcBef>
              <a:spcAft>
                <a:spcPts val="0"/>
              </a:spcAft>
              <a:buClr>
                <a:srgbClr val="4F87C6"/>
              </a:buClr>
              <a:buSzPts val="3200"/>
              <a:buFont typeface="Arial"/>
              <a:buNone/>
              <a:defRPr b="1" i="0" sz="3200" u="none" cap="none" strike="noStrike">
                <a:solidFill>
                  <a:srgbClr val="4F87C6"/>
                </a:solidFill>
                <a:latin typeface="Arial"/>
                <a:ea typeface="Arial"/>
                <a:cs typeface="Arial"/>
                <a:sym typeface="Arial"/>
              </a:defRPr>
            </a:lvl1pPr>
            <a:lvl2pPr lvl="1" marR="0" rtl="0" algn="ctr">
              <a:lnSpc>
                <a:spcPct val="95000"/>
              </a:lnSpc>
              <a:spcBef>
                <a:spcPts val="640"/>
              </a:spcBef>
              <a:spcAft>
                <a:spcPts val="0"/>
              </a:spcAft>
              <a:buClr>
                <a:schemeClr val="dk1"/>
              </a:buClr>
              <a:buSzPts val="2800"/>
              <a:buFont typeface="Arial"/>
              <a:buNone/>
              <a:defRPr b="1" i="1" sz="2800" u="none" cap="none" strike="noStrike">
                <a:solidFill>
                  <a:schemeClr val="dk1"/>
                </a:solidFill>
                <a:latin typeface="Arial"/>
                <a:ea typeface="Arial"/>
                <a:cs typeface="Arial"/>
                <a:sym typeface="Arial"/>
              </a:defRPr>
            </a:lvl2pPr>
            <a:lvl3pPr lvl="2" marR="0" rtl="0" algn="l">
              <a:lnSpc>
                <a:spcPct val="95000"/>
              </a:lnSpc>
              <a:spcBef>
                <a:spcPts val="56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5000"/>
              </a:lnSpc>
              <a:spcBef>
                <a:spcPts val="48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5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5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5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5000"/>
              </a:lnSpc>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5000"/>
              </a:lnSpc>
              <a:spcBef>
                <a:spcPts val="400"/>
              </a:spcBef>
              <a:spcAft>
                <a:spcPts val="40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201" name="Google Shape;201;p47"/>
          <p:cNvSpPr txBox="1"/>
          <p:nvPr>
            <p:ph idx="1" type="body"/>
          </p:nvPr>
        </p:nvSpPr>
        <p:spPr>
          <a:xfrm>
            <a:off x="1792288" y="5367338"/>
            <a:ext cx="5486400" cy="804862"/>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Clr>
                <a:srgbClr val="4F87C6"/>
              </a:buClr>
              <a:buSzPts val="1400"/>
              <a:buFont typeface="Arial"/>
              <a:buNone/>
              <a:defRPr sz="1400"/>
            </a:lvl1pPr>
            <a:lvl2pPr indent="-228600" lvl="1" marL="914400" algn="ctr">
              <a:lnSpc>
                <a:spcPct val="95000"/>
              </a:lnSpc>
              <a:spcBef>
                <a:spcPts val="280"/>
              </a:spcBef>
              <a:spcAft>
                <a:spcPts val="0"/>
              </a:spcAft>
              <a:buClr>
                <a:schemeClr val="dk1"/>
              </a:buClr>
              <a:buSzPts val="1200"/>
              <a:buFont typeface="Arial"/>
              <a:buNone/>
              <a:defRPr sz="1200"/>
            </a:lvl2pPr>
            <a:lvl3pPr indent="-228600" lvl="2" marL="1371600" algn="l">
              <a:lnSpc>
                <a:spcPct val="95000"/>
              </a:lnSpc>
              <a:spcBef>
                <a:spcPts val="240"/>
              </a:spcBef>
              <a:spcAft>
                <a:spcPts val="0"/>
              </a:spcAft>
              <a:buClr>
                <a:schemeClr val="dk1"/>
              </a:buClr>
              <a:buSzPts val="1000"/>
              <a:buFont typeface="Arial"/>
              <a:buNone/>
              <a:defRPr sz="1000"/>
            </a:lvl3pPr>
            <a:lvl4pPr indent="-228600" lvl="3" marL="1828800" algn="l">
              <a:lnSpc>
                <a:spcPct val="95000"/>
              </a:lnSpc>
              <a:spcBef>
                <a:spcPts val="200"/>
              </a:spcBef>
              <a:spcAft>
                <a:spcPts val="0"/>
              </a:spcAft>
              <a:buClr>
                <a:schemeClr val="dk1"/>
              </a:buClr>
              <a:buSzPts val="900"/>
              <a:buFont typeface="Arial"/>
              <a:buNone/>
              <a:defRPr sz="900"/>
            </a:lvl4pPr>
            <a:lvl5pPr indent="-228600" lvl="4" marL="2286000" algn="l">
              <a:lnSpc>
                <a:spcPct val="95000"/>
              </a:lnSpc>
              <a:spcBef>
                <a:spcPts val="180"/>
              </a:spcBef>
              <a:spcAft>
                <a:spcPts val="0"/>
              </a:spcAft>
              <a:buClr>
                <a:schemeClr val="dk1"/>
              </a:buClr>
              <a:buSzPts val="900"/>
              <a:buFont typeface="Arial"/>
              <a:buNone/>
              <a:defRPr sz="900"/>
            </a:lvl5pPr>
            <a:lvl6pPr indent="-228600" lvl="5" marL="2743200" algn="l">
              <a:lnSpc>
                <a:spcPct val="95000"/>
              </a:lnSpc>
              <a:spcBef>
                <a:spcPts val="180"/>
              </a:spcBef>
              <a:spcAft>
                <a:spcPts val="0"/>
              </a:spcAft>
              <a:buClr>
                <a:schemeClr val="dk1"/>
              </a:buClr>
              <a:buSzPts val="900"/>
              <a:buFont typeface="Arial"/>
              <a:buNone/>
              <a:defRPr sz="900"/>
            </a:lvl6pPr>
            <a:lvl7pPr indent="-228600" lvl="6" marL="3200400" algn="l">
              <a:lnSpc>
                <a:spcPct val="95000"/>
              </a:lnSpc>
              <a:spcBef>
                <a:spcPts val="180"/>
              </a:spcBef>
              <a:spcAft>
                <a:spcPts val="0"/>
              </a:spcAft>
              <a:buClr>
                <a:schemeClr val="dk1"/>
              </a:buClr>
              <a:buSzPts val="900"/>
              <a:buFont typeface="Arial"/>
              <a:buNone/>
              <a:defRPr sz="900"/>
            </a:lvl7pPr>
            <a:lvl8pPr indent="-228600" lvl="7" marL="3657600" algn="l">
              <a:lnSpc>
                <a:spcPct val="95000"/>
              </a:lnSpc>
              <a:spcBef>
                <a:spcPts val="180"/>
              </a:spcBef>
              <a:spcAft>
                <a:spcPts val="0"/>
              </a:spcAft>
              <a:buClr>
                <a:schemeClr val="dk1"/>
              </a:buClr>
              <a:buSzPts val="900"/>
              <a:buFont typeface="Arial"/>
              <a:buNone/>
              <a:defRPr sz="900"/>
            </a:lvl8pPr>
            <a:lvl9pPr indent="-228600" lvl="8" marL="4114800" algn="l">
              <a:lnSpc>
                <a:spcPct val="95000"/>
              </a:lnSpc>
              <a:spcBef>
                <a:spcPts val="180"/>
              </a:spcBef>
              <a:spcAft>
                <a:spcPts val="180"/>
              </a:spcAft>
              <a:buClr>
                <a:schemeClr val="dk1"/>
              </a:buClr>
              <a:buSzPts val="900"/>
              <a:buFont typeface="Arial"/>
              <a:buNone/>
              <a:defRPr sz="900"/>
            </a:lvl9pPr>
          </a:lstStyle>
          <a:p/>
        </p:txBody>
      </p:sp>
      <p:sp>
        <p:nvSpPr>
          <p:cNvPr id="202" name="Google Shape;202;p47"/>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48"/>
          <p:cNvSpPr txBox="1"/>
          <p:nvPr>
            <p:ph type="title"/>
          </p:nvPr>
        </p:nvSpPr>
        <p:spPr>
          <a:xfrm>
            <a:off x="457200" y="273050"/>
            <a:ext cx="3008313" cy="1162050"/>
          </a:xfrm>
          <a:prstGeom prst="rect">
            <a:avLst/>
          </a:prstGeom>
          <a:solidFill>
            <a:srgbClr val="FDC382"/>
          </a:solidFill>
          <a:ln>
            <a:noFill/>
          </a:ln>
          <a:effectLst>
            <a:outerShdw blurRad="63500" dir="2212194" dist="63500">
              <a:srgbClr val="5F5F5F"/>
            </a:outerShdw>
          </a:effectLst>
        </p:spPr>
        <p:txBody>
          <a:bodyPr anchorCtr="0" anchor="b" bIns="0" lIns="182875" spcFirstLastPara="1" rIns="182875" wrap="square" tIns="0">
            <a:spAutoFit/>
          </a:bodyPr>
          <a:lstStyle>
            <a:lvl1pPr lvl="0" algn="l">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05" name="Google Shape;205;p48"/>
          <p:cNvSpPr txBox="1"/>
          <p:nvPr>
            <p:ph idx="1" type="body"/>
          </p:nvPr>
        </p:nvSpPr>
        <p:spPr>
          <a:xfrm>
            <a:off x="3575050" y="273050"/>
            <a:ext cx="5111750" cy="5853113"/>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sz="3200"/>
            </a:lvl1pPr>
            <a:lvl2pPr indent="-228600" lvl="1" marL="914400" algn="ctr">
              <a:lnSpc>
                <a:spcPct val="95000"/>
              </a:lnSpc>
              <a:spcBef>
                <a:spcPts val="640"/>
              </a:spcBef>
              <a:spcAft>
                <a:spcPts val="0"/>
              </a:spcAft>
              <a:buSzPts val="1400"/>
              <a:buNone/>
              <a:defRPr sz="2800"/>
            </a:lvl2pPr>
            <a:lvl3pPr indent="-228600" lvl="2" marL="1371600" algn="l">
              <a:lnSpc>
                <a:spcPct val="95000"/>
              </a:lnSpc>
              <a:spcBef>
                <a:spcPts val="560"/>
              </a:spcBef>
              <a:spcAft>
                <a:spcPts val="0"/>
              </a:spcAft>
              <a:buSzPts val="1400"/>
              <a:buNone/>
              <a:defRPr sz="2400"/>
            </a:lvl3pPr>
            <a:lvl4pPr indent="-228600" lvl="3" marL="1828800" algn="l">
              <a:lnSpc>
                <a:spcPct val="95000"/>
              </a:lnSpc>
              <a:spcBef>
                <a:spcPts val="480"/>
              </a:spcBef>
              <a:spcAft>
                <a:spcPts val="0"/>
              </a:spcAft>
              <a:buSzPts val="1400"/>
              <a:buNone/>
              <a:defRPr sz="2000"/>
            </a:lvl4pPr>
            <a:lvl5pPr indent="-228600" lvl="4" marL="2286000" algn="l">
              <a:lnSpc>
                <a:spcPct val="95000"/>
              </a:lnSpc>
              <a:spcBef>
                <a:spcPts val="400"/>
              </a:spcBef>
              <a:spcAft>
                <a:spcPts val="0"/>
              </a:spcAft>
              <a:buSzPts val="1400"/>
              <a:buNone/>
              <a:defRPr sz="2000"/>
            </a:lvl5pPr>
            <a:lvl6pPr indent="-228600" lvl="5" marL="2743200" algn="l">
              <a:lnSpc>
                <a:spcPct val="95000"/>
              </a:lnSpc>
              <a:spcBef>
                <a:spcPts val="400"/>
              </a:spcBef>
              <a:spcAft>
                <a:spcPts val="0"/>
              </a:spcAft>
              <a:buSzPts val="1400"/>
              <a:buNone/>
              <a:defRPr sz="2000"/>
            </a:lvl6pPr>
            <a:lvl7pPr indent="-228600" lvl="6" marL="3200400" algn="l">
              <a:lnSpc>
                <a:spcPct val="95000"/>
              </a:lnSpc>
              <a:spcBef>
                <a:spcPts val="400"/>
              </a:spcBef>
              <a:spcAft>
                <a:spcPts val="0"/>
              </a:spcAft>
              <a:buSzPts val="1400"/>
              <a:buNone/>
              <a:defRPr sz="2000"/>
            </a:lvl7pPr>
            <a:lvl8pPr indent="-228600" lvl="7" marL="3657600" algn="l">
              <a:lnSpc>
                <a:spcPct val="95000"/>
              </a:lnSpc>
              <a:spcBef>
                <a:spcPts val="400"/>
              </a:spcBef>
              <a:spcAft>
                <a:spcPts val="0"/>
              </a:spcAft>
              <a:buSzPts val="1400"/>
              <a:buNone/>
              <a:defRPr sz="2000"/>
            </a:lvl8pPr>
            <a:lvl9pPr indent="-228600" lvl="8" marL="4114800" algn="l">
              <a:lnSpc>
                <a:spcPct val="95000"/>
              </a:lnSpc>
              <a:spcBef>
                <a:spcPts val="400"/>
              </a:spcBef>
              <a:spcAft>
                <a:spcPts val="400"/>
              </a:spcAft>
              <a:buSzPts val="1400"/>
              <a:buNone/>
              <a:defRPr sz="2000"/>
            </a:lvl9pPr>
          </a:lstStyle>
          <a:p/>
        </p:txBody>
      </p:sp>
      <p:sp>
        <p:nvSpPr>
          <p:cNvPr id="206" name="Google Shape;206;p48"/>
          <p:cNvSpPr txBox="1"/>
          <p:nvPr>
            <p:ph idx="2" type="body"/>
          </p:nvPr>
        </p:nvSpPr>
        <p:spPr>
          <a:xfrm>
            <a:off x="457200" y="1435100"/>
            <a:ext cx="3008313" cy="4691063"/>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Clr>
                <a:srgbClr val="4F87C6"/>
              </a:buClr>
              <a:buSzPts val="1400"/>
              <a:buFont typeface="Arial"/>
              <a:buNone/>
              <a:defRPr sz="1400"/>
            </a:lvl1pPr>
            <a:lvl2pPr indent="-228600" lvl="1" marL="914400" algn="ctr">
              <a:lnSpc>
                <a:spcPct val="95000"/>
              </a:lnSpc>
              <a:spcBef>
                <a:spcPts val="280"/>
              </a:spcBef>
              <a:spcAft>
                <a:spcPts val="0"/>
              </a:spcAft>
              <a:buClr>
                <a:schemeClr val="dk1"/>
              </a:buClr>
              <a:buSzPts val="1200"/>
              <a:buFont typeface="Arial"/>
              <a:buNone/>
              <a:defRPr sz="1200"/>
            </a:lvl2pPr>
            <a:lvl3pPr indent="-228600" lvl="2" marL="1371600" algn="l">
              <a:lnSpc>
                <a:spcPct val="95000"/>
              </a:lnSpc>
              <a:spcBef>
                <a:spcPts val="240"/>
              </a:spcBef>
              <a:spcAft>
                <a:spcPts val="0"/>
              </a:spcAft>
              <a:buClr>
                <a:schemeClr val="dk1"/>
              </a:buClr>
              <a:buSzPts val="1000"/>
              <a:buFont typeface="Arial"/>
              <a:buNone/>
              <a:defRPr sz="1000"/>
            </a:lvl3pPr>
            <a:lvl4pPr indent="-228600" lvl="3" marL="1828800" algn="l">
              <a:lnSpc>
                <a:spcPct val="95000"/>
              </a:lnSpc>
              <a:spcBef>
                <a:spcPts val="200"/>
              </a:spcBef>
              <a:spcAft>
                <a:spcPts val="0"/>
              </a:spcAft>
              <a:buClr>
                <a:schemeClr val="dk1"/>
              </a:buClr>
              <a:buSzPts val="900"/>
              <a:buFont typeface="Arial"/>
              <a:buNone/>
              <a:defRPr sz="900"/>
            </a:lvl4pPr>
            <a:lvl5pPr indent="-228600" lvl="4" marL="2286000" algn="l">
              <a:lnSpc>
                <a:spcPct val="95000"/>
              </a:lnSpc>
              <a:spcBef>
                <a:spcPts val="180"/>
              </a:spcBef>
              <a:spcAft>
                <a:spcPts val="0"/>
              </a:spcAft>
              <a:buClr>
                <a:schemeClr val="dk1"/>
              </a:buClr>
              <a:buSzPts val="900"/>
              <a:buFont typeface="Arial"/>
              <a:buNone/>
              <a:defRPr sz="900"/>
            </a:lvl5pPr>
            <a:lvl6pPr indent="-228600" lvl="5" marL="2743200" algn="l">
              <a:lnSpc>
                <a:spcPct val="95000"/>
              </a:lnSpc>
              <a:spcBef>
                <a:spcPts val="180"/>
              </a:spcBef>
              <a:spcAft>
                <a:spcPts val="0"/>
              </a:spcAft>
              <a:buClr>
                <a:schemeClr val="dk1"/>
              </a:buClr>
              <a:buSzPts val="900"/>
              <a:buFont typeface="Arial"/>
              <a:buNone/>
              <a:defRPr sz="900"/>
            </a:lvl6pPr>
            <a:lvl7pPr indent="-228600" lvl="6" marL="3200400" algn="l">
              <a:lnSpc>
                <a:spcPct val="95000"/>
              </a:lnSpc>
              <a:spcBef>
                <a:spcPts val="180"/>
              </a:spcBef>
              <a:spcAft>
                <a:spcPts val="0"/>
              </a:spcAft>
              <a:buClr>
                <a:schemeClr val="dk1"/>
              </a:buClr>
              <a:buSzPts val="900"/>
              <a:buFont typeface="Arial"/>
              <a:buNone/>
              <a:defRPr sz="900"/>
            </a:lvl7pPr>
            <a:lvl8pPr indent="-228600" lvl="7" marL="3657600" algn="l">
              <a:lnSpc>
                <a:spcPct val="95000"/>
              </a:lnSpc>
              <a:spcBef>
                <a:spcPts val="180"/>
              </a:spcBef>
              <a:spcAft>
                <a:spcPts val="0"/>
              </a:spcAft>
              <a:buClr>
                <a:schemeClr val="dk1"/>
              </a:buClr>
              <a:buSzPts val="900"/>
              <a:buFont typeface="Arial"/>
              <a:buNone/>
              <a:defRPr sz="900"/>
            </a:lvl8pPr>
            <a:lvl9pPr indent="-228600" lvl="8" marL="4114800" algn="l">
              <a:lnSpc>
                <a:spcPct val="95000"/>
              </a:lnSpc>
              <a:spcBef>
                <a:spcPts val="180"/>
              </a:spcBef>
              <a:spcAft>
                <a:spcPts val="180"/>
              </a:spcAft>
              <a:buClr>
                <a:schemeClr val="dk1"/>
              </a:buClr>
              <a:buSzPts val="900"/>
              <a:buFont typeface="Arial"/>
              <a:buNone/>
              <a:defRPr sz="900"/>
            </a:lvl9pPr>
          </a:lstStyle>
          <a:p/>
        </p:txBody>
      </p:sp>
      <p:sp>
        <p:nvSpPr>
          <p:cNvPr id="207" name="Google Shape;207;p48"/>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8" name="Shape 208"/>
        <p:cNvGrpSpPr/>
        <p:nvPr/>
      </p:nvGrpSpPr>
      <p:grpSpPr>
        <a:xfrm>
          <a:off x="0" y="0"/>
          <a:ext cx="0" cy="0"/>
          <a:chOff x="0" y="0"/>
          <a:chExt cx="0" cy="0"/>
        </a:xfrm>
      </p:grpSpPr>
      <p:sp>
        <p:nvSpPr>
          <p:cNvPr id="209" name="Google Shape;209;p49"/>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50"/>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12" name="Google Shape;212;p50"/>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3" name="Shape 213"/>
        <p:cNvGrpSpPr/>
        <p:nvPr/>
      </p:nvGrpSpPr>
      <p:grpSpPr>
        <a:xfrm>
          <a:off x="0" y="0"/>
          <a:ext cx="0" cy="0"/>
          <a:chOff x="0" y="0"/>
          <a:chExt cx="0" cy="0"/>
        </a:xfrm>
      </p:grpSpPr>
      <p:sp>
        <p:nvSpPr>
          <p:cNvPr id="214" name="Google Shape;214;p51"/>
          <p:cNvSpPr txBox="1"/>
          <p:nvPr>
            <p:ph type="title"/>
          </p:nvPr>
        </p:nvSpPr>
        <p:spPr>
          <a:xfrm>
            <a:off x="457200" y="274638"/>
            <a:ext cx="8229600" cy="114300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15" name="Google Shape;215;p5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spAutoFit/>
          </a:bodyPr>
          <a:lstStyle>
            <a:lvl1pPr indent="-228600" lvl="0" marL="457200" algn="ctr">
              <a:lnSpc>
                <a:spcPct val="95000"/>
              </a:lnSpc>
              <a:spcBef>
                <a:spcPts val="0"/>
              </a:spcBef>
              <a:spcAft>
                <a:spcPts val="0"/>
              </a:spcAft>
              <a:buClr>
                <a:srgbClr val="4F87C6"/>
              </a:buClr>
              <a:buSzPts val="2400"/>
              <a:buFont typeface="Arial"/>
              <a:buNone/>
              <a:defRPr b="1" sz="2400"/>
            </a:lvl1pPr>
            <a:lvl2pPr indent="-228600" lvl="1" marL="914400" algn="ctr">
              <a:lnSpc>
                <a:spcPct val="95000"/>
              </a:lnSpc>
              <a:spcBef>
                <a:spcPts val="480"/>
              </a:spcBef>
              <a:spcAft>
                <a:spcPts val="0"/>
              </a:spcAft>
              <a:buClr>
                <a:schemeClr val="dk1"/>
              </a:buClr>
              <a:buSzPts val="2000"/>
              <a:buFont typeface="Arial"/>
              <a:buNone/>
              <a:defRPr b="1" sz="2000"/>
            </a:lvl2pPr>
            <a:lvl3pPr indent="-228600" lvl="2" marL="1371600" algn="l">
              <a:lnSpc>
                <a:spcPct val="95000"/>
              </a:lnSpc>
              <a:spcBef>
                <a:spcPts val="400"/>
              </a:spcBef>
              <a:spcAft>
                <a:spcPts val="0"/>
              </a:spcAft>
              <a:buClr>
                <a:schemeClr val="dk1"/>
              </a:buClr>
              <a:buSzPts val="1800"/>
              <a:buFont typeface="Arial"/>
              <a:buNone/>
              <a:defRPr b="1" sz="1800"/>
            </a:lvl3pPr>
            <a:lvl4pPr indent="-228600" lvl="3" marL="1828800" algn="l">
              <a:lnSpc>
                <a:spcPct val="95000"/>
              </a:lnSpc>
              <a:spcBef>
                <a:spcPts val="360"/>
              </a:spcBef>
              <a:spcAft>
                <a:spcPts val="0"/>
              </a:spcAft>
              <a:buClr>
                <a:schemeClr val="dk1"/>
              </a:buClr>
              <a:buSzPts val="1600"/>
              <a:buFont typeface="Arial"/>
              <a:buNone/>
              <a:defRPr b="1" sz="1600"/>
            </a:lvl4pPr>
            <a:lvl5pPr indent="-228600" lvl="4" marL="2286000" algn="l">
              <a:lnSpc>
                <a:spcPct val="95000"/>
              </a:lnSpc>
              <a:spcBef>
                <a:spcPts val="320"/>
              </a:spcBef>
              <a:spcAft>
                <a:spcPts val="0"/>
              </a:spcAft>
              <a:buClr>
                <a:schemeClr val="dk1"/>
              </a:buClr>
              <a:buSzPts val="1600"/>
              <a:buFont typeface="Arial"/>
              <a:buNone/>
              <a:defRPr b="1" sz="1600"/>
            </a:lvl5pPr>
            <a:lvl6pPr indent="-228600" lvl="5" marL="2743200" algn="l">
              <a:lnSpc>
                <a:spcPct val="95000"/>
              </a:lnSpc>
              <a:spcBef>
                <a:spcPts val="320"/>
              </a:spcBef>
              <a:spcAft>
                <a:spcPts val="0"/>
              </a:spcAft>
              <a:buClr>
                <a:schemeClr val="dk1"/>
              </a:buClr>
              <a:buSzPts val="1600"/>
              <a:buFont typeface="Arial"/>
              <a:buNone/>
              <a:defRPr b="1" sz="1600"/>
            </a:lvl6pPr>
            <a:lvl7pPr indent="-228600" lvl="6" marL="3200400" algn="l">
              <a:lnSpc>
                <a:spcPct val="95000"/>
              </a:lnSpc>
              <a:spcBef>
                <a:spcPts val="320"/>
              </a:spcBef>
              <a:spcAft>
                <a:spcPts val="0"/>
              </a:spcAft>
              <a:buClr>
                <a:schemeClr val="dk1"/>
              </a:buClr>
              <a:buSzPts val="1600"/>
              <a:buFont typeface="Arial"/>
              <a:buNone/>
              <a:defRPr b="1" sz="1600"/>
            </a:lvl7pPr>
            <a:lvl8pPr indent="-228600" lvl="7" marL="3657600" algn="l">
              <a:lnSpc>
                <a:spcPct val="95000"/>
              </a:lnSpc>
              <a:spcBef>
                <a:spcPts val="320"/>
              </a:spcBef>
              <a:spcAft>
                <a:spcPts val="0"/>
              </a:spcAft>
              <a:buClr>
                <a:schemeClr val="dk1"/>
              </a:buClr>
              <a:buSzPts val="1600"/>
              <a:buFont typeface="Arial"/>
              <a:buNone/>
              <a:defRPr b="1" sz="1600"/>
            </a:lvl8pPr>
            <a:lvl9pPr indent="-228600" lvl="8" marL="4114800" algn="l">
              <a:lnSpc>
                <a:spcPct val="95000"/>
              </a:lnSpc>
              <a:spcBef>
                <a:spcPts val="320"/>
              </a:spcBef>
              <a:spcAft>
                <a:spcPts val="320"/>
              </a:spcAft>
              <a:buClr>
                <a:schemeClr val="dk1"/>
              </a:buClr>
              <a:buSzPts val="1600"/>
              <a:buFont typeface="Arial"/>
              <a:buNone/>
              <a:defRPr b="1" sz="1600"/>
            </a:lvl9pPr>
          </a:lstStyle>
          <a:p/>
        </p:txBody>
      </p:sp>
      <p:sp>
        <p:nvSpPr>
          <p:cNvPr id="216" name="Google Shape;216;p51"/>
          <p:cNvSpPr txBox="1"/>
          <p:nvPr>
            <p:ph idx="2" type="body"/>
          </p:nvPr>
        </p:nvSpPr>
        <p:spPr>
          <a:xfrm>
            <a:off x="457200" y="2174875"/>
            <a:ext cx="4040188" cy="3951288"/>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sz="2400"/>
            </a:lvl1pPr>
            <a:lvl2pPr indent="-228600" lvl="1" marL="914400" algn="ctr">
              <a:lnSpc>
                <a:spcPct val="95000"/>
              </a:lnSpc>
              <a:spcBef>
                <a:spcPts val="480"/>
              </a:spcBef>
              <a:spcAft>
                <a:spcPts val="0"/>
              </a:spcAft>
              <a:buSzPts val="1400"/>
              <a:buNone/>
              <a:defRPr sz="2000"/>
            </a:lvl2pPr>
            <a:lvl3pPr indent="-228600" lvl="2" marL="1371600" algn="l">
              <a:lnSpc>
                <a:spcPct val="95000"/>
              </a:lnSpc>
              <a:spcBef>
                <a:spcPts val="400"/>
              </a:spcBef>
              <a:spcAft>
                <a:spcPts val="0"/>
              </a:spcAft>
              <a:buSzPts val="1400"/>
              <a:buNone/>
              <a:defRPr sz="1800"/>
            </a:lvl3pPr>
            <a:lvl4pPr indent="-228600" lvl="3" marL="1828800" algn="l">
              <a:lnSpc>
                <a:spcPct val="95000"/>
              </a:lnSpc>
              <a:spcBef>
                <a:spcPts val="360"/>
              </a:spcBef>
              <a:spcAft>
                <a:spcPts val="0"/>
              </a:spcAft>
              <a:buSzPts val="1400"/>
              <a:buNone/>
              <a:defRPr sz="1600"/>
            </a:lvl4pPr>
            <a:lvl5pPr indent="-228600" lvl="4" marL="2286000" algn="l">
              <a:lnSpc>
                <a:spcPct val="95000"/>
              </a:lnSpc>
              <a:spcBef>
                <a:spcPts val="320"/>
              </a:spcBef>
              <a:spcAft>
                <a:spcPts val="0"/>
              </a:spcAft>
              <a:buSzPts val="1400"/>
              <a:buNone/>
              <a:defRPr sz="1600"/>
            </a:lvl5pPr>
            <a:lvl6pPr indent="-228600" lvl="5" marL="2743200" algn="l">
              <a:lnSpc>
                <a:spcPct val="95000"/>
              </a:lnSpc>
              <a:spcBef>
                <a:spcPts val="320"/>
              </a:spcBef>
              <a:spcAft>
                <a:spcPts val="0"/>
              </a:spcAft>
              <a:buSzPts val="1400"/>
              <a:buNone/>
              <a:defRPr sz="1600"/>
            </a:lvl6pPr>
            <a:lvl7pPr indent="-228600" lvl="6" marL="3200400" algn="l">
              <a:lnSpc>
                <a:spcPct val="95000"/>
              </a:lnSpc>
              <a:spcBef>
                <a:spcPts val="320"/>
              </a:spcBef>
              <a:spcAft>
                <a:spcPts val="0"/>
              </a:spcAft>
              <a:buSzPts val="1400"/>
              <a:buNone/>
              <a:defRPr sz="1600"/>
            </a:lvl7pPr>
            <a:lvl8pPr indent="-228600" lvl="7" marL="3657600" algn="l">
              <a:lnSpc>
                <a:spcPct val="95000"/>
              </a:lnSpc>
              <a:spcBef>
                <a:spcPts val="320"/>
              </a:spcBef>
              <a:spcAft>
                <a:spcPts val="0"/>
              </a:spcAft>
              <a:buSzPts val="1400"/>
              <a:buNone/>
              <a:defRPr sz="1600"/>
            </a:lvl8pPr>
            <a:lvl9pPr indent="-228600" lvl="8" marL="4114800" algn="l">
              <a:lnSpc>
                <a:spcPct val="95000"/>
              </a:lnSpc>
              <a:spcBef>
                <a:spcPts val="320"/>
              </a:spcBef>
              <a:spcAft>
                <a:spcPts val="320"/>
              </a:spcAft>
              <a:buSzPts val="1400"/>
              <a:buNone/>
              <a:defRPr sz="1600"/>
            </a:lvl9pPr>
          </a:lstStyle>
          <a:p/>
        </p:txBody>
      </p:sp>
      <p:sp>
        <p:nvSpPr>
          <p:cNvPr id="217" name="Google Shape;217;p5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spAutoFit/>
          </a:bodyPr>
          <a:lstStyle>
            <a:lvl1pPr indent="-228600" lvl="0" marL="457200" algn="ctr">
              <a:lnSpc>
                <a:spcPct val="95000"/>
              </a:lnSpc>
              <a:spcBef>
                <a:spcPts val="0"/>
              </a:spcBef>
              <a:spcAft>
                <a:spcPts val="0"/>
              </a:spcAft>
              <a:buClr>
                <a:srgbClr val="4F87C6"/>
              </a:buClr>
              <a:buSzPts val="2400"/>
              <a:buFont typeface="Arial"/>
              <a:buNone/>
              <a:defRPr b="1" sz="2400"/>
            </a:lvl1pPr>
            <a:lvl2pPr indent="-228600" lvl="1" marL="914400" algn="ctr">
              <a:lnSpc>
                <a:spcPct val="95000"/>
              </a:lnSpc>
              <a:spcBef>
                <a:spcPts val="480"/>
              </a:spcBef>
              <a:spcAft>
                <a:spcPts val="0"/>
              </a:spcAft>
              <a:buClr>
                <a:schemeClr val="dk1"/>
              </a:buClr>
              <a:buSzPts val="2000"/>
              <a:buFont typeface="Arial"/>
              <a:buNone/>
              <a:defRPr b="1" sz="2000"/>
            </a:lvl2pPr>
            <a:lvl3pPr indent="-228600" lvl="2" marL="1371600" algn="l">
              <a:lnSpc>
                <a:spcPct val="95000"/>
              </a:lnSpc>
              <a:spcBef>
                <a:spcPts val="400"/>
              </a:spcBef>
              <a:spcAft>
                <a:spcPts val="0"/>
              </a:spcAft>
              <a:buClr>
                <a:schemeClr val="dk1"/>
              </a:buClr>
              <a:buSzPts val="1800"/>
              <a:buFont typeface="Arial"/>
              <a:buNone/>
              <a:defRPr b="1" sz="1800"/>
            </a:lvl3pPr>
            <a:lvl4pPr indent="-228600" lvl="3" marL="1828800" algn="l">
              <a:lnSpc>
                <a:spcPct val="95000"/>
              </a:lnSpc>
              <a:spcBef>
                <a:spcPts val="360"/>
              </a:spcBef>
              <a:spcAft>
                <a:spcPts val="0"/>
              </a:spcAft>
              <a:buClr>
                <a:schemeClr val="dk1"/>
              </a:buClr>
              <a:buSzPts val="1600"/>
              <a:buFont typeface="Arial"/>
              <a:buNone/>
              <a:defRPr b="1" sz="1600"/>
            </a:lvl4pPr>
            <a:lvl5pPr indent="-228600" lvl="4" marL="2286000" algn="l">
              <a:lnSpc>
                <a:spcPct val="95000"/>
              </a:lnSpc>
              <a:spcBef>
                <a:spcPts val="320"/>
              </a:spcBef>
              <a:spcAft>
                <a:spcPts val="0"/>
              </a:spcAft>
              <a:buClr>
                <a:schemeClr val="dk1"/>
              </a:buClr>
              <a:buSzPts val="1600"/>
              <a:buFont typeface="Arial"/>
              <a:buNone/>
              <a:defRPr b="1" sz="1600"/>
            </a:lvl5pPr>
            <a:lvl6pPr indent="-228600" lvl="5" marL="2743200" algn="l">
              <a:lnSpc>
                <a:spcPct val="95000"/>
              </a:lnSpc>
              <a:spcBef>
                <a:spcPts val="320"/>
              </a:spcBef>
              <a:spcAft>
                <a:spcPts val="0"/>
              </a:spcAft>
              <a:buClr>
                <a:schemeClr val="dk1"/>
              </a:buClr>
              <a:buSzPts val="1600"/>
              <a:buFont typeface="Arial"/>
              <a:buNone/>
              <a:defRPr b="1" sz="1600"/>
            </a:lvl6pPr>
            <a:lvl7pPr indent="-228600" lvl="6" marL="3200400" algn="l">
              <a:lnSpc>
                <a:spcPct val="95000"/>
              </a:lnSpc>
              <a:spcBef>
                <a:spcPts val="320"/>
              </a:spcBef>
              <a:spcAft>
                <a:spcPts val="0"/>
              </a:spcAft>
              <a:buClr>
                <a:schemeClr val="dk1"/>
              </a:buClr>
              <a:buSzPts val="1600"/>
              <a:buFont typeface="Arial"/>
              <a:buNone/>
              <a:defRPr b="1" sz="1600"/>
            </a:lvl7pPr>
            <a:lvl8pPr indent="-228600" lvl="7" marL="3657600" algn="l">
              <a:lnSpc>
                <a:spcPct val="95000"/>
              </a:lnSpc>
              <a:spcBef>
                <a:spcPts val="320"/>
              </a:spcBef>
              <a:spcAft>
                <a:spcPts val="0"/>
              </a:spcAft>
              <a:buClr>
                <a:schemeClr val="dk1"/>
              </a:buClr>
              <a:buSzPts val="1600"/>
              <a:buFont typeface="Arial"/>
              <a:buNone/>
              <a:defRPr b="1" sz="1600"/>
            </a:lvl8pPr>
            <a:lvl9pPr indent="-228600" lvl="8" marL="4114800" algn="l">
              <a:lnSpc>
                <a:spcPct val="95000"/>
              </a:lnSpc>
              <a:spcBef>
                <a:spcPts val="320"/>
              </a:spcBef>
              <a:spcAft>
                <a:spcPts val="320"/>
              </a:spcAft>
              <a:buClr>
                <a:schemeClr val="dk1"/>
              </a:buClr>
              <a:buSzPts val="1600"/>
              <a:buFont typeface="Arial"/>
              <a:buNone/>
              <a:defRPr b="1" sz="1600"/>
            </a:lvl9pPr>
          </a:lstStyle>
          <a:p/>
        </p:txBody>
      </p:sp>
      <p:sp>
        <p:nvSpPr>
          <p:cNvPr id="218" name="Google Shape;218;p51"/>
          <p:cNvSpPr txBox="1"/>
          <p:nvPr>
            <p:ph idx="4" type="body"/>
          </p:nvPr>
        </p:nvSpPr>
        <p:spPr>
          <a:xfrm>
            <a:off x="4645025" y="2174875"/>
            <a:ext cx="4041775" cy="3951288"/>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sz="2400"/>
            </a:lvl1pPr>
            <a:lvl2pPr indent="-228600" lvl="1" marL="914400" algn="ctr">
              <a:lnSpc>
                <a:spcPct val="95000"/>
              </a:lnSpc>
              <a:spcBef>
                <a:spcPts val="480"/>
              </a:spcBef>
              <a:spcAft>
                <a:spcPts val="0"/>
              </a:spcAft>
              <a:buSzPts val="1400"/>
              <a:buNone/>
              <a:defRPr sz="2000"/>
            </a:lvl2pPr>
            <a:lvl3pPr indent="-228600" lvl="2" marL="1371600" algn="l">
              <a:lnSpc>
                <a:spcPct val="95000"/>
              </a:lnSpc>
              <a:spcBef>
                <a:spcPts val="400"/>
              </a:spcBef>
              <a:spcAft>
                <a:spcPts val="0"/>
              </a:spcAft>
              <a:buSzPts val="1400"/>
              <a:buNone/>
              <a:defRPr sz="1800"/>
            </a:lvl3pPr>
            <a:lvl4pPr indent="-228600" lvl="3" marL="1828800" algn="l">
              <a:lnSpc>
                <a:spcPct val="95000"/>
              </a:lnSpc>
              <a:spcBef>
                <a:spcPts val="360"/>
              </a:spcBef>
              <a:spcAft>
                <a:spcPts val="0"/>
              </a:spcAft>
              <a:buSzPts val="1400"/>
              <a:buNone/>
              <a:defRPr sz="1600"/>
            </a:lvl4pPr>
            <a:lvl5pPr indent="-228600" lvl="4" marL="2286000" algn="l">
              <a:lnSpc>
                <a:spcPct val="95000"/>
              </a:lnSpc>
              <a:spcBef>
                <a:spcPts val="320"/>
              </a:spcBef>
              <a:spcAft>
                <a:spcPts val="0"/>
              </a:spcAft>
              <a:buSzPts val="1400"/>
              <a:buNone/>
              <a:defRPr sz="1600"/>
            </a:lvl5pPr>
            <a:lvl6pPr indent="-228600" lvl="5" marL="2743200" algn="l">
              <a:lnSpc>
                <a:spcPct val="95000"/>
              </a:lnSpc>
              <a:spcBef>
                <a:spcPts val="320"/>
              </a:spcBef>
              <a:spcAft>
                <a:spcPts val="0"/>
              </a:spcAft>
              <a:buSzPts val="1400"/>
              <a:buNone/>
              <a:defRPr sz="1600"/>
            </a:lvl6pPr>
            <a:lvl7pPr indent="-228600" lvl="6" marL="3200400" algn="l">
              <a:lnSpc>
                <a:spcPct val="95000"/>
              </a:lnSpc>
              <a:spcBef>
                <a:spcPts val="320"/>
              </a:spcBef>
              <a:spcAft>
                <a:spcPts val="0"/>
              </a:spcAft>
              <a:buSzPts val="1400"/>
              <a:buNone/>
              <a:defRPr sz="1600"/>
            </a:lvl7pPr>
            <a:lvl8pPr indent="-228600" lvl="7" marL="3657600" algn="l">
              <a:lnSpc>
                <a:spcPct val="95000"/>
              </a:lnSpc>
              <a:spcBef>
                <a:spcPts val="320"/>
              </a:spcBef>
              <a:spcAft>
                <a:spcPts val="0"/>
              </a:spcAft>
              <a:buSzPts val="1400"/>
              <a:buNone/>
              <a:defRPr sz="1600"/>
            </a:lvl8pPr>
            <a:lvl9pPr indent="-228600" lvl="8" marL="4114800" algn="l">
              <a:lnSpc>
                <a:spcPct val="95000"/>
              </a:lnSpc>
              <a:spcBef>
                <a:spcPts val="320"/>
              </a:spcBef>
              <a:spcAft>
                <a:spcPts val="320"/>
              </a:spcAft>
              <a:buSzPts val="1400"/>
              <a:buNone/>
              <a:defRPr sz="1600"/>
            </a:lvl9pPr>
          </a:lstStyle>
          <a:p/>
        </p:txBody>
      </p:sp>
      <p:sp>
        <p:nvSpPr>
          <p:cNvPr id="219" name="Google Shape;219;p5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0" name="Shape 220"/>
        <p:cNvGrpSpPr/>
        <p:nvPr/>
      </p:nvGrpSpPr>
      <p:grpSpPr>
        <a:xfrm>
          <a:off x="0" y="0"/>
          <a:ext cx="0" cy="0"/>
          <a:chOff x="0" y="0"/>
          <a:chExt cx="0" cy="0"/>
        </a:xfrm>
      </p:grpSpPr>
      <p:sp>
        <p:nvSpPr>
          <p:cNvPr id="221" name="Google Shape;221;p52"/>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22" name="Google Shape;222;p52"/>
          <p:cNvSpPr txBox="1"/>
          <p:nvPr>
            <p:ph idx="1" type="body"/>
          </p:nvPr>
        </p:nvSpPr>
        <p:spPr>
          <a:xfrm>
            <a:off x="914400" y="2514600"/>
            <a:ext cx="3581400" cy="3771900"/>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sz="2800"/>
            </a:lvl1pPr>
            <a:lvl2pPr indent="-228600" lvl="1" marL="914400" algn="ctr">
              <a:lnSpc>
                <a:spcPct val="95000"/>
              </a:lnSpc>
              <a:spcBef>
                <a:spcPts val="560"/>
              </a:spcBef>
              <a:spcAft>
                <a:spcPts val="0"/>
              </a:spcAft>
              <a:buSzPts val="1400"/>
              <a:buNone/>
              <a:defRPr sz="2400"/>
            </a:lvl2pPr>
            <a:lvl3pPr indent="-228600" lvl="2" marL="1371600" algn="l">
              <a:lnSpc>
                <a:spcPct val="95000"/>
              </a:lnSpc>
              <a:spcBef>
                <a:spcPts val="480"/>
              </a:spcBef>
              <a:spcAft>
                <a:spcPts val="0"/>
              </a:spcAft>
              <a:buSzPts val="1400"/>
              <a:buNone/>
              <a:defRPr sz="2000"/>
            </a:lvl3pPr>
            <a:lvl4pPr indent="-228600" lvl="3" marL="1828800" algn="l">
              <a:lnSpc>
                <a:spcPct val="95000"/>
              </a:lnSpc>
              <a:spcBef>
                <a:spcPts val="400"/>
              </a:spcBef>
              <a:spcAft>
                <a:spcPts val="0"/>
              </a:spcAft>
              <a:buSzPts val="1400"/>
              <a:buNone/>
              <a:defRPr sz="1800"/>
            </a:lvl4pPr>
            <a:lvl5pPr indent="-228600" lvl="4" marL="2286000" algn="l">
              <a:lnSpc>
                <a:spcPct val="95000"/>
              </a:lnSpc>
              <a:spcBef>
                <a:spcPts val="360"/>
              </a:spcBef>
              <a:spcAft>
                <a:spcPts val="0"/>
              </a:spcAft>
              <a:buSzPts val="1400"/>
              <a:buNone/>
              <a:defRPr sz="1800"/>
            </a:lvl5pPr>
            <a:lvl6pPr indent="-228600" lvl="5" marL="2743200" algn="l">
              <a:lnSpc>
                <a:spcPct val="95000"/>
              </a:lnSpc>
              <a:spcBef>
                <a:spcPts val="360"/>
              </a:spcBef>
              <a:spcAft>
                <a:spcPts val="0"/>
              </a:spcAft>
              <a:buSzPts val="1400"/>
              <a:buNone/>
              <a:defRPr sz="1800"/>
            </a:lvl6pPr>
            <a:lvl7pPr indent="-228600" lvl="6" marL="3200400" algn="l">
              <a:lnSpc>
                <a:spcPct val="95000"/>
              </a:lnSpc>
              <a:spcBef>
                <a:spcPts val="360"/>
              </a:spcBef>
              <a:spcAft>
                <a:spcPts val="0"/>
              </a:spcAft>
              <a:buSzPts val="1400"/>
              <a:buNone/>
              <a:defRPr sz="1800"/>
            </a:lvl7pPr>
            <a:lvl8pPr indent="-228600" lvl="7" marL="3657600" algn="l">
              <a:lnSpc>
                <a:spcPct val="95000"/>
              </a:lnSpc>
              <a:spcBef>
                <a:spcPts val="360"/>
              </a:spcBef>
              <a:spcAft>
                <a:spcPts val="0"/>
              </a:spcAft>
              <a:buSzPts val="1400"/>
              <a:buNone/>
              <a:defRPr sz="1800"/>
            </a:lvl8pPr>
            <a:lvl9pPr indent="-228600" lvl="8" marL="4114800" algn="l">
              <a:lnSpc>
                <a:spcPct val="95000"/>
              </a:lnSpc>
              <a:spcBef>
                <a:spcPts val="360"/>
              </a:spcBef>
              <a:spcAft>
                <a:spcPts val="360"/>
              </a:spcAft>
              <a:buSzPts val="1400"/>
              <a:buNone/>
              <a:defRPr sz="1800"/>
            </a:lvl9pPr>
          </a:lstStyle>
          <a:p/>
        </p:txBody>
      </p:sp>
      <p:sp>
        <p:nvSpPr>
          <p:cNvPr id="223" name="Google Shape;223;p52"/>
          <p:cNvSpPr txBox="1"/>
          <p:nvPr>
            <p:ph idx="2" type="body"/>
          </p:nvPr>
        </p:nvSpPr>
        <p:spPr>
          <a:xfrm>
            <a:off x="4648200" y="2514600"/>
            <a:ext cx="3581400" cy="3771900"/>
          </a:xfrm>
          <a:prstGeom prst="rect">
            <a:avLst/>
          </a:prstGeom>
          <a:noFill/>
          <a:ln>
            <a:noFill/>
          </a:ln>
        </p:spPr>
        <p:txBody>
          <a:bodyPr anchorCtr="0" anchor="ctr" bIns="45700" lIns="91425" spcFirstLastPara="1" rIns="91425" wrap="square" tIns="45700">
            <a:spAutoFit/>
          </a:bodyPr>
          <a:lstStyle>
            <a:lvl1pPr indent="-228600" lvl="0" marL="457200" algn="ctr">
              <a:lnSpc>
                <a:spcPct val="95000"/>
              </a:lnSpc>
              <a:spcBef>
                <a:spcPts val="0"/>
              </a:spcBef>
              <a:spcAft>
                <a:spcPts val="0"/>
              </a:spcAft>
              <a:buSzPts val="1400"/>
              <a:buNone/>
              <a:defRPr sz="2800"/>
            </a:lvl1pPr>
            <a:lvl2pPr indent="-228600" lvl="1" marL="914400" algn="ctr">
              <a:lnSpc>
                <a:spcPct val="95000"/>
              </a:lnSpc>
              <a:spcBef>
                <a:spcPts val="560"/>
              </a:spcBef>
              <a:spcAft>
                <a:spcPts val="0"/>
              </a:spcAft>
              <a:buSzPts val="1400"/>
              <a:buNone/>
              <a:defRPr sz="2400"/>
            </a:lvl2pPr>
            <a:lvl3pPr indent="-228600" lvl="2" marL="1371600" algn="l">
              <a:lnSpc>
                <a:spcPct val="95000"/>
              </a:lnSpc>
              <a:spcBef>
                <a:spcPts val="480"/>
              </a:spcBef>
              <a:spcAft>
                <a:spcPts val="0"/>
              </a:spcAft>
              <a:buSzPts val="1400"/>
              <a:buNone/>
              <a:defRPr sz="2000"/>
            </a:lvl3pPr>
            <a:lvl4pPr indent="-228600" lvl="3" marL="1828800" algn="l">
              <a:lnSpc>
                <a:spcPct val="95000"/>
              </a:lnSpc>
              <a:spcBef>
                <a:spcPts val="400"/>
              </a:spcBef>
              <a:spcAft>
                <a:spcPts val="0"/>
              </a:spcAft>
              <a:buSzPts val="1400"/>
              <a:buNone/>
              <a:defRPr sz="1800"/>
            </a:lvl4pPr>
            <a:lvl5pPr indent="-228600" lvl="4" marL="2286000" algn="l">
              <a:lnSpc>
                <a:spcPct val="95000"/>
              </a:lnSpc>
              <a:spcBef>
                <a:spcPts val="360"/>
              </a:spcBef>
              <a:spcAft>
                <a:spcPts val="0"/>
              </a:spcAft>
              <a:buSzPts val="1400"/>
              <a:buNone/>
              <a:defRPr sz="1800"/>
            </a:lvl5pPr>
            <a:lvl6pPr indent="-228600" lvl="5" marL="2743200" algn="l">
              <a:lnSpc>
                <a:spcPct val="95000"/>
              </a:lnSpc>
              <a:spcBef>
                <a:spcPts val="360"/>
              </a:spcBef>
              <a:spcAft>
                <a:spcPts val="0"/>
              </a:spcAft>
              <a:buSzPts val="1400"/>
              <a:buNone/>
              <a:defRPr sz="1800"/>
            </a:lvl6pPr>
            <a:lvl7pPr indent="-228600" lvl="6" marL="3200400" algn="l">
              <a:lnSpc>
                <a:spcPct val="95000"/>
              </a:lnSpc>
              <a:spcBef>
                <a:spcPts val="360"/>
              </a:spcBef>
              <a:spcAft>
                <a:spcPts val="0"/>
              </a:spcAft>
              <a:buSzPts val="1400"/>
              <a:buNone/>
              <a:defRPr sz="1800"/>
            </a:lvl7pPr>
            <a:lvl8pPr indent="-228600" lvl="7" marL="3657600" algn="l">
              <a:lnSpc>
                <a:spcPct val="95000"/>
              </a:lnSpc>
              <a:spcBef>
                <a:spcPts val="360"/>
              </a:spcBef>
              <a:spcAft>
                <a:spcPts val="0"/>
              </a:spcAft>
              <a:buSzPts val="1400"/>
              <a:buNone/>
              <a:defRPr sz="1800"/>
            </a:lvl8pPr>
            <a:lvl9pPr indent="-228600" lvl="8" marL="4114800" algn="l">
              <a:lnSpc>
                <a:spcPct val="95000"/>
              </a:lnSpc>
              <a:spcBef>
                <a:spcPts val="360"/>
              </a:spcBef>
              <a:spcAft>
                <a:spcPts val="360"/>
              </a:spcAft>
              <a:buSzPts val="1400"/>
              <a:buNone/>
              <a:defRPr sz="1800"/>
            </a:lvl9pPr>
          </a:lstStyle>
          <a:p/>
        </p:txBody>
      </p:sp>
      <p:sp>
        <p:nvSpPr>
          <p:cNvPr id="224" name="Google Shape;224;p52"/>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5" name="Shape 225"/>
        <p:cNvGrpSpPr/>
        <p:nvPr/>
      </p:nvGrpSpPr>
      <p:grpSpPr>
        <a:xfrm>
          <a:off x="0" y="0"/>
          <a:ext cx="0" cy="0"/>
          <a:chOff x="0" y="0"/>
          <a:chExt cx="0" cy="0"/>
        </a:xfrm>
      </p:grpSpPr>
      <p:sp>
        <p:nvSpPr>
          <p:cNvPr id="226" name="Google Shape;226;p53"/>
          <p:cNvSpPr txBox="1"/>
          <p:nvPr>
            <p:ph type="title"/>
          </p:nvPr>
        </p:nvSpPr>
        <p:spPr>
          <a:xfrm>
            <a:off x="722313" y="4406900"/>
            <a:ext cx="7772400" cy="1362075"/>
          </a:xfrm>
          <a:prstGeom prst="rect">
            <a:avLst/>
          </a:prstGeom>
          <a:solidFill>
            <a:srgbClr val="FDC382"/>
          </a:solidFill>
          <a:ln>
            <a:noFill/>
          </a:ln>
          <a:effectLst>
            <a:outerShdw blurRad="63500" dir="2212194" dist="63500">
              <a:srgbClr val="5F5F5F"/>
            </a:outerShdw>
          </a:effectLst>
        </p:spPr>
        <p:txBody>
          <a:bodyPr anchorCtr="0" anchor="t" bIns="0" lIns="182875" spcFirstLastPara="1" rIns="182875" wrap="square" tIns="0">
            <a:spAutoFit/>
          </a:bodyPr>
          <a:lstStyle>
            <a:lvl1pPr lvl="0" algn="l">
              <a:lnSpc>
                <a:spcPct val="95000"/>
              </a:lnSpc>
              <a:spcBef>
                <a:spcPts val="0"/>
              </a:spcBef>
              <a:spcAft>
                <a:spcPts val="0"/>
              </a:spcAft>
              <a:buSzPts val="1400"/>
              <a:buNone/>
              <a:defRPr b="1" sz="4000" cap="none"/>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27" name="Google Shape;227;p5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spAutoFit/>
          </a:bodyPr>
          <a:lstStyle>
            <a:lvl1pPr indent="-228600" lvl="0" marL="457200" algn="ctr">
              <a:lnSpc>
                <a:spcPct val="95000"/>
              </a:lnSpc>
              <a:spcBef>
                <a:spcPts val="0"/>
              </a:spcBef>
              <a:spcAft>
                <a:spcPts val="0"/>
              </a:spcAft>
              <a:buClr>
                <a:srgbClr val="4F87C6"/>
              </a:buClr>
              <a:buSzPts val="2000"/>
              <a:buFont typeface="Arial"/>
              <a:buNone/>
              <a:defRPr sz="2000"/>
            </a:lvl1pPr>
            <a:lvl2pPr indent="-228600" lvl="1" marL="914400" algn="ctr">
              <a:lnSpc>
                <a:spcPct val="95000"/>
              </a:lnSpc>
              <a:spcBef>
                <a:spcPts val="400"/>
              </a:spcBef>
              <a:spcAft>
                <a:spcPts val="0"/>
              </a:spcAft>
              <a:buClr>
                <a:schemeClr val="dk1"/>
              </a:buClr>
              <a:buSzPts val="1800"/>
              <a:buFont typeface="Arial"/>
              <a:buNone/>
              <a:defRPr sz="1800"/>
            </a:lvl2pPr>
            <a:lvl3pPr indent="-228600" lvl="2" marL="1371600" algn="l">
              <a:lnSpc>
                <a:spcPct val="95000"/>
              </a:lnSpc>
              <a:spcBef>
                <a:spcPts val="360"/>
              </a:spcBef>
              <a:spcAft>
                <a:spcPts val="0"/>
              </a:spcAft>
              <a:buClr>
                <a:schemeClr val="dk1"/>
              </a:buClr>
              <a:buSzPts val="1600"/>
              <a:buFont typeface="Arial"/>
              <a:buNone/>
              <a:defRPr sz="1600"/>
            </a:lvl3pPr>
            <a:lvl4pPr indent="-228600" lvl="3" marL="1828800" algn="l">
              <a:lnSpc>
                <a:spcPct val="95000"/>
              </a:lnSpc>
              <a:spcBef>
                <a:spcPts val="320"/>
              </a:spcBef>
              <a:spcAft>
                <a:spcPts val="0"/>
              </a:spcAft>
              <a:buClr>
                <a:schemeClr val="dk1"/>
              </a:buClr>
              <a:buSzPts val="1400"/>
              <a:buFont typeface="Arial"/>
              <a:buNone/>
              <a:defRPr sz="1400"/>
            </a:lvl4pPr>
            <a:lvl5pPr indent="-228600" lvl="4" marL="2286000" algn="l">
              <a:lnSpc>
                <a:spcPct val="95000"/>
              </a:lnSpc>
              <a:spcBef>
                <a:spcPts val="280"/>
              </a:spcBef>
              <a:spcAft>
                <a:spcPts val="0"/>
              </a:spcAft>
              <a:buClr>
                <a:schemeClr val="dk1"/>
              </a:buClr>
              <a:buSzPts val="1400"/>
              <a:buFont typeface="Arial"/>
              <a:buNone/>
              <a:defRPr sz="1400"/>
            </a:lvl5pPr>
            <a:lvl6pPr indent="-228600" lvl="5" marL="2743200" algn="l">
              <a:lnSpc>
                <a:spcPct val="95000"/>
              </a:lnSpc>
              <a:spcBef>
                <a:spcPts val="280"/>
              </a:spcBef>
              <a:spcAft>
                <a:spcPts val="0"/>
              </a:spcAft>
              <a:buClr>
                <a:schemeClr val="dk1"/>
              </a:buClr>
              <a:buSzPts val="1400"/>
              <a:buFont typeface="Arial"/>
              <a:buNone/>
              <a:defRPr sz="1400"/>
            </a:lvl6pPr>
            <a:lvl7pPr indent="-228600" lvl="6" marL="3200400" algn="l">
              <a:lnSpc>
                <a:spcPct val="95000"/>
              </a:lnSpc>
              <a:spcBef>
                <a:spcPts val="280"/>
              </a:spcBef>
              <a:spcAft>
                <a:spcPts val="0"/>
              </a:spcAft>
              <a:buClr>
                <a:schemeClr val="dk1"/>
              </a:buClr>
              <a:buSzPts val="1400"/>
              <a:buFont typeface="Arial"/>
              <a:buNone/>
              <a:defRPr sz="1400"/>
            </a:lvl7pPr>
            <a:lvl8pPr indent="-228600" lvl="7" marL="3657600" algn="l">
              <a:lnSpc>
                <a:spcPct val="95000"/>
              </a:lnSpc>
              <a:spcBef>
                <a:spcPts val="280"/>
              </a:spcBef>
              <a:spcAft>
                <a:spcPts val="0"/>
              </a:spcAft>
              <a:buClr>
                <a:schemeClr val="dk1"/>
              </a:buClr>
              <a:buSzPts val="1400"/>
              <a:buFont typeface="Arial"/>
              <a:buNone/>
              <a:defRPr sz="1400"/>
            </a:lvl8pPr>
            <a:lvl9pPr indent="-228600" lvl="8" marL="4114800" algn="l">
              <a:lnSpc>
                <a:spcPct val="95000"/>
              </a:lnSpc>
              <a:spcBef>
                <a:spcPts val="280"/>
              </a:spcBef>
              <a:spcAft>
                <a:spcPts val="280"/>
              </a:spcAft>
              <a:buClr>
                <a:schemeClr val="dk1"/>
              </a:buClr>
              <a:buSzPts val="1400"/>
              <a:buFont typeface="Arial"/>
              <a:buNone/>
              <a:defRPr sz="1400"/>
            </a:lvl9pPr>
          </a:lstStyle>
          <a:p/>
        </p:txBody>
      </p:sp>
      <p:sp>
        <p:nvSpPr>
          <p:cNvPr id="228" name="Google Shape;228;p53"/>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9" name="Shape 229"/>
        <p:cNvGrpSpPr/>
        <p:nvPr/>
      </p:nvGrpSpPr>
      <p:grpSpPr>
        <a:xfrm>
          <a:off x="0" y="0"/>
          <a:ext cx="0" cy="0"/>
          <a:chOff x="0" y="0"/>
          <a:chExt cx="0" cy="0"/>
        </a:xfrm>
      </p:grpSpPr>
      <p:sp>
        <p:nvSpPr>
          <p:cNvPr id="230" name="Google Shape;230;p54"/>
          <p:cNvSpPr txBox="1"/>
          <p:nvPr>
            <p:ph type="ctrTitle"/>
          </p:nvPr>
        </p:nvSpPr>
        <p:spPr>
          <a:xfrm>
            <a:off x="685800" y="2130425"/>
            <a:ext cx="7772400" cy="1470025"/>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ctr">
              <a:lnSpc>
                <a:spcPct val="95000"/>
              </a:lnSpc>
              <a:spcBef>
                <a:spcPts val="0"/>
              </a:spcBef>
              <a:spcAft>
                <a:spcPts val="0"/>
              </a:spcAft>
              <a:buSzPts val="1400"/>
              <a:buNone/>
              <a:defRPr/>
            </a:lvl6pPr>
            <a:lvl7pPr lvl="6" algn="ctr">
              <a:lnSpc>
                <a:spcPct val="95000"/>
              </a:lnSpc>
              <a:spcBef>
                <a:spcPts val="0"/>
              </a:spcBef>
              <a:spcAft>
                <a:spcPts val="0"/>
              </a:spcAft>
              <a:buSzPts val="1400"/>
              <a:buNone/>
              <a:defRPr/>
            </a:lvl7pPr>
            <a:lvl8pPr lvl="7" algn="ctr">
              <a:lnSpc>
                <a:spcPct val="95000"/>
              </a:lnSpc>
              <a:spcBef>
                <a:spcPts val="0"/>
              </a:spcBef>
              <a:spcAft>
                <a:spcPts val="0"/>
              </a:spcAft>
              <a:buSzPts val="1400"/>
              <a:buNone/>
              <a:defRPr/>
            </a:lvl8pPr>
            <a:lvl9pPr lvl="8" algn="ctr">
              <a:lnSpc>
                <a:spcPct val="95000"/>
              </a:lnSpc>
              <a:spcBef>
                <a:spcPts val="0"/>
              </a:spcBef>
              <a:spcAft>
                <a:spcPts val="0"/>
              </a:spcAft>
              <a:buSzPts val="1400"/>
              <a:buNone/>
              <a:defRPr/>
            </a:lvl9pPr>
          </a:lstStyle>
          <a:p/>
        </p:txBody>
      </p:sp>
      <p:sp>
        <p:nvSpPr>
          <p:cNvPr id="231" name="Google Shape;231;p54"/>
          <p:cNvSpPr txBox="1"/>
          <p:nvPr>
            <p:ph idx="1" type="subTitle"/>
          </p:nvPr>
        </p:nvSpPr>
        <p:spPr>
          <a:xfrm>
            <a:off x="1371600" y="3886200"/>
            <a:ext cx="6400800" cy="1752600"/>
          </a:xfrm>
          <a:prstGeom prst="rect">
            <a:avLst/>
          </a:prstGeom>
          <a:noFill/>
          <a:ln>
            <a:noFill/>
          </a:ln>
        </p:spPr>
        <p:txBody>
          <a:bodyPr anchorCtr="0" anchor="ctr" bIns="45700" lIns="91425" spcFirstLastPara="1" rIns="91425" wrap="square" tIns="45700">
            <a:spAutoFit/>
          </a:bodyPr>
          <a:lstStyle>
            <a:lvl1pPr lvl="0" algn="ctr">
              <a:lnSpc>
                <a:spcPct val="95000"/>
              </a:lnSpc>
              <a:spcBef>
                <a:spcPts val="0"/>
              </a:spcBef>
              <a:spcAft>
                <a:spcPts val="0"/>
              </a:spcAft>
              <a:buClr>
                <a:srgbClr val="4F87C6"/>
              </a:buClr>
              <a:buSzPts val="6000"/>
              <a:buFont typeface="Arial"/>
              <a:buNone/>
              <a:defRPr/>
            </a:lvl1pPr>
            <a:lvl2pPr lvl="1" algn="ctr">
              <a:lnSpc>
                <a:spcPct val="95000"/>
              </a:lnSpc>
              <a:spcBef>
                <a:spcPts val="1200"/>
              </a:spcBef>
              <a:spcAft>
                <a:spcPts val="0"/>
              </a:spcAft>
              <a:buClr>
                <a:schemeClr val="dk1"/>
              </a:buClr>
              <a:buSzPts val="4000"/>
              <a:buFont typeface="Arial"/>
              <a:buNone/>
              <a:defRPr/>
            </a:lvl2pPr>
            <a:lvl3pPr lvl="2" algn="ctr">
              <a:lnSpc>
                <a:spcPct val="95000"/>
              </a:lnSpc>
              <a:spcBef>
                <a:spcPts val="800"/>
              </a:spcBef>
              <a:spcAft>
                <a:spcPts val="0"/>
              </a:spcAft>
              <a:buClr>
                <a:schemeClr val="dk1"/>
              </a:buClr>
              <a:buSzPts val="2400"/>
              <a:buFont typeface="Arial"/>
              <a:buNone/>
              <a:defRPr/>
            </a:lvl3pPr>
            <a:lvl4pPr lvl="3" algn="ctr">
              <a:lnSpc>
                <a:spcPct val="95000"/>
              </a:lnSpc>
              <a:spcBef>
                <a:spcPts val="480"/>
              </a:spcBef>
              <a:spcAft>
                <a:spcPts val="0"/>
              </a:spcAft>
              <a:buClr>
                <a:schemeClr val="dk1"/>
              </a:buClr>
              <a:buSzPts val="2000"/>
              <a:buFont typeface="Arial"/>
              <a:buNone/>
              <a:defRPr/>
            </a:lvl4pPr>
            <a:lvl5pPr lvl="4" algn="ctr">
              <a:lnSpc>
                <a:spcPct val="95000"/>
              </a:lnSpc>
              <a:spcBef>
                <a:spcPts val="400"/>
              </a:spcBef>
              <a:spcAft>
                <a:spcPts val="0"/>
              </a:spcAft>
              <a:buClr>
                <a:schemeClr val="dk1"/>
              </a:buClr>
              <a:buSzPts val="2000"/>
              <a:buFont typeface="Arial"/>
              <a:buNone/>
              <a:defRPr/>
            </a:lvl5pPr>
            <a:lvl6pPr lvl="5" algn="ctr">
              <a:lnSpc>
                <a:spcPct val="95000"/>
              </a:lnSpc>
              <a:spcBef>
                <a:spcPts val="400"/>
              </a:spcBef>
              <a:spcAft>
                <a:spcPts val="0"/>
              </a:spcAft>
              <a:buClr>
                <a:schemeClr val="dk1"/>
              </a:buClr>
              <a:buSzPts val="2000"/>
              <a:buFont typeface="Arial"/>
              <a:buNone/>
              <a:defRPr/>
            </a:lvl6pPr>
            <a:lvl7pPr lvl="6" algn="ctr">
              <a:lnSpc>
                <a:spcPct val="95000"/>
              </a:lnSpc>
              <a:spcBef>
                <a:spcPts val="400"/>
              </a:spcBef>
              <a:spcAft>
                <a:spcPts val="0"/>
              </a:spcAft>
              <a:buClr>
                <a:schemeClr val="dk1"/>
              </a:buClr>
              <a:buSzPts val="2000"/>
              <a:buFont typeface="Arial"/>
              <a:buNone/>
              <a:defRPr/>
            </a:lvl7pPr>
            <a:lvl8pPr lvl="7" algn="ctr">
              <a:lnSpc>
                <a:spcPct val="95000"/>
              </a:lnSpc>
              <a:spcBef>
                <a:spcPts val="400"/>
              </a:spcBef>
              <a:spcAft>
                <a:spcPts val="0"/>
              </a:spcAft>
              <a:buClr>
                <a:schemeClr val="dk1"/>
              </a:buClr>
              <a:buSzPts val="2000"/>
              <a:buFont typeface="Arial"/>
              <a:buNone/>
              <a:defRPr/>
            </a:lvl8pPr>
            <a:lvl9pPr lvl="8" algn="ctr">
              <a:lnSpc>
                <a:spcPct val="95000"/>
              </a:lnSpc>
              <a:spcBef>
                <a:spcPts val="400"/>
              </a:spcBef>
              <a:spcAft>
                <a:spcPts val="400"/>
              </a:spcAft>
              <a:buClr>
                <a:schemeClr val="dk1"/>
              </a:buClr>
              <a:buSzPts val="2000"/>
              <a:buFont typeface="Arial"/>
              <a:buNone/>
              <a:defRPr/>
            </a:lvl9pPr>
          </a:lstStyle>
          <a:p/>
        </p:txBody>
      </p:sp>
      <p:sp>
        <p:nvSpPr>
          <p:cNvPr id="232" name="Google Shape;232;p5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3" name="Shape 243"/>
        <p:cNvGrpSpPr/>
        <p:nvPr/>
      </p:nvGrpSpPr>
      <p:grpSpPr>
        <a:xfrm>
          <a:off x="0" y="0"/>
          <a:ext cx="0" cy="0"/>
          <a:chOff x="0" y="0"/>
          <a:chExt cx="0" cy="0"/>
        </a:xfrm>
      </p:grpSpPr>
      <p:sp>
        <p:nvSpPr>
          <p:cNvPr id="244" name="Google Shape;244;p56"/>
          <p:cNvSpPr txBox="1"/>
          <p:nvPr>
            <p:ph type="title"/>
          </p:nvPr>
        </p:nvSpPr>
        <p:spPr>
          <a:xfrm rot="5400000">
            <a:off x="6438106" y="305594"/>
            <a:ext cx="2859088" cy="224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5" name="Google Shape;245;p56"/>
          <p:cNvSpPr txBox="1"/>
          <p:nvPr>
            <p:ph idx="1" type="body"/>
          </p:nvPr>
        </p:nvSpPr>
        <p:spPr>
          <a:xfrm rot="5400000">
            <a:off x="1866106" y="-1866106"/>
            <a:ext cx="2859088" cy="6591300"/>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a:lvl1pPr>
            <a:lvl2pPr indent="-342900" lvl="1" marL="914400" algn="l">
              <a:lnSpc>
                <a:spcPct val="95000"/>
              </a:lnSpc>
              <a:spcBef>
                <a:spcPts val="360"/>
              </a:spcBef>
              <a:spcAft>
                <a:spcPts val="0"/>
              </a:spcAft>
              <a:buClr>
                <a:schemeClr val="dk1"/>
              </a:buClr>
              <a:buSzPts val="1800"/>
              <a:buChar char="—"/>
              <a:defRPr/>
            </a:lvl2pPr>
            <a:lvl3pPr indent="-342900" lvl="2" marL="1371600" algn="l">
              <a:spcBef>
                <a:spcPts val="54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6" name="Google Shape;246;p5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7" name="Shape 247"/>
        <p:cNvGrpSpPr/>
        <p:nvPr/>
      </p:nvGrpSpPr>
      <p:grpSpPr>
        <a:xfrm>
          <a:off x="0" y="0"/>
          <a:ext cx="0" cy="0"/>
          <a:chOff x="0" y="0"/>
          <a:chExt cx="0" cy="0"/>
        </a:xfrm>
      </p:grpSpPr>
      <p:sp>
        <p:nvSpPr>
          <p:cNvPr id="248" name="Google Shape;248;p57"/>
          <p:cNvSpPr txBox="1"/>
          <p:nvPr>
            <p:ph type="title"/>
          </p:nvPr>
        </p:nvSpPr>
        <p:spPr>
          <a:xfrm>
            <a:off x="0" y="0"/>
            <a:ext cx="6705600" cy="609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9" name="Google Shape;249;p57"/>
          <p:cNvSpPr txBox="1"/>
          <p:nvPr>
            <p:ph idx="1" type="body"/>
          </p:nvPr>
        </p:nvSpPr>
        <p:spPr>
          <a:xfrm rot="5400000">
            <a:off x="4056856" y="-2075657"/>
            <a:ext cx="2097087" cy="7772400"/>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a:lvl1pPr>
            <a:lvl2pPr indent="-342900" lvl="1" marL="914400" algn="l">
              <a:lnSpc>
                <a:spcPct val="95000"/>
              </a:lnSpc>
              <a:spcBef>
                <a:spcPts val="360"/>
              </a:spcBef>
              <a:spcAft>
                <a:spcPts val="0"/>
              </a:spcAft>
              <a:buClr>
                <a:schemeClr val="dk1"/>
              </a:buClr>
              <a:buSzPts val="1800"/>
              <a:buChar char="—"/>
              <a:defRPr/>
            </a:lvl2pPr>
            <a:lvl3pPr indent="-342900" lvl="2" marL="1371600" algn="l">
              <a:spcBef>
                <a:spcPts val="54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0" name="Google Shape;250;p57"/>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1" name="Shape 251"/>
        <p:cNvGrpSpPr/>
        <p:nvPr/>
      </p:nvGrpSpPr>
      <p:grpSpPr>
        <a:xfrm>
          <a:off x="0" y="0"/>
          <a:ext cx="0" cy="0"/>
          <a:chOff x="0" y="0"/>
          <a:chExt cx="0" cy="0"/>
        </a:xfrm>
      </p:grpSpPr>
      <p:sp>
        <p:nvSpPr>
          <p:cNvPr id="252" name="Google Shape;252;p5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3" name="Google Shape;253;p58"/>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chemeClr val="dk1"/>
              </a:buClr>
              <a:buSzPts val="3200"/>
              <a:buFont typeface="Times"/>
              <a:buNone/>
              <a:defRPr b="1" i="1" sz="3200" u="none" cap="none" strike="noStrike">
                <a:solidFill>
                  <a:schemeClr val="dk1"/>
                </a:solidFill>
                <a:latin typeface="Times New Roman"/>
                <a:ea typeface="Times New Roman"/>
                <a:cs typeface="Times New Roman"/>
                <a:sym typeface="Times New Roman"/>
              </a:defRPr>
            </a:lvl1pPr>
            <a:lvl2pPr lvl="1" marR="0" rtl="0" algn="l">
              <a:lnSpc>
                <a:spcPct val="95000"/>
              </a:lnSpc>
              <a:spcBef>
                <a:spcPts val="640"/>
              </a:spcBef>
              <a:spcAft>
                <a:spcPts val="0"/>
              </a:spcAft>
              <a:buClr>
                <a:schemeClr val="dk1"/>
              </a:buClr>
              <a:buSzPts val="2800"/>
              <a:buFont typeface="Arial"/>
              <a:buNone/>
              <a:defRPr b="1" i="0" sz="2800" u="none" cap="none" strike="noStrike">
                <a:solidFill>
                  <a:schemeClr val="dk1"/>
                </a:solidFill>
                <a:latin typeface="Times New Roman"/>
                <a:ea typeface="Times New Roman"/>
                <a:cs typeface="Times New Roman"/>
                <a:sym typeface="Times New Roman"/>
              </a:defRPr>
            </a:lvl2pPr>
            <a:lvl3pPr lvl="2" marR="0" rtl="0" algn="l">
              <a:spcBef>
                <a:spcPts val="840"/>
              </a:spcBef>
              <a:spcAft>
                <a:spcPts val="0"/>
              </a:spcAft>
              <a:buClr>
                <a:schemeClr val="dk1"/>
              </a:buClr>
              <a:buSzPts val="2400"/>
              <a:buFont typeface="Times"/>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a:buNone/>
              <a:defRPr b="0" i="0" sz="2000" u="none" cap="none" strike="noStrike">
                <a:solidFill>
                  <a:schemeClr val="dk1"/>
                </a:solidFill>
                <a:latin typeface="Times New Roman"/>
                <a:ea typeface="Times New Roman"/>
                <a:cs typeface="Times New Roman"/>
                <a:sym typeface="Times New Roman"/>
              </a:defRPr>
            </a:lvl9pPr>
          </a:lstStyle>
          <a:p/>
        </p:txBody>
      </p:sp>
      <p:sp>
        <p:nvSpPr>
          <p:cNvPr id="254" name="Google Shape;254;p5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Clr>
                <a:schemeClr val="dk1"/>
              </a:buClr>
              <a:buSzPts val="1400"/>
              <a:buNone/>
              <a:defRPr sz="1400"/>
            </a:lvl1pPr>
            <a:lvl2pPr indent="-228600" lvl="1" marL="914400" algn="l">
              <a:lnSpc>
                <a:spcPct val="95000"/>
              </a:lnSpc>
              <a:spcBef>
                <a:spcPts val="280"/>
              </a:spcBef>
              <a:spcAft>
                <a:spcPts val="0"/>
              </a:spcAft>
              <a:buClr>
                <a:schemeClr val="dk1"/>
              </a:buClr>
              <a:buSzPts val="1200"/>
              <a:buNone/>
              <a:defRPr sz="1200"/>
            </a:lvl2pPr>
            <a:lvl3pPr indent="-228600" lvl="2" marL="1371600" algn="l">
              <a:spcBef>
                <a:spcPts val="36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55" name="Google Shape;255;p58"/>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6" name="Shape 256"/>
        <p:cNvGrpSpPr/>
        <p:nvPr/>
      </p:nvGrpSpPr>
      <p:grpSpPr>
        <a:xfrm>
          <a:off x="0" y="0"/>
          <a:ext cx="0" cy="0"/>
          <a:chOff x="0" y="0"/>
          <a:chExt cx="0" cy="0"/>
        </a:xfrm>
      </p:grpSpPr>
      <p:sp>
        <p:nvSpPr>
          <p:cNvPr id="257" name="Google Shape;257;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8" name="Google Shape;258;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sz="3200"/>
            </a:lvl1pPr>
            <a:lvl2pPr indent="-406400" lvl="1" marL="914400" algn="l">
              <a:lnSpc>
                <a:spcPct val="95000"/>
              </a:lnSpc>
              <a:spcBef>
                <a:spcPts val="640"/>
              </a:spcBef>
              <a:spcAft>
                <a:spcPts val="0"/>
              </a:spcAft>
              <a:buClr>
                <a:schemeClr val="dk1"/>
              </a:buClr>
              <a:buSzPts val="2800"/>
              <a:buChar char="—"/>
              <a:defRPr sz="2800"/>
            </a:lvl2pPr>
            <a:lvl3pPr indent="-381000" lvl="2" marL="1371600" algn="l">
              <a:spcBef>
                <a:spcPts val="84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59" name="Google Shape;259;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Clr>
                <a:schemeClr val="dk1"/>
              </a:buClr>
              <a:buSzPts val="1400"/>
              <a:buNone/>
              <a:defRPr sz="1400"/>
            </a:lvl1pPr>
            <a:lvl2pPr indent="-228600" lvl="1" marL="914400" algn="l">
              <a:lnSpc>
                <a:spcPct val="95000"/>
              </a:lnSpc>
              <a:spcBef>
                <a:spcPts val="280"/>
              </a:spcBef>
              <a:spcAft>
                <a:spcPts val="0"/>
              </a:spcAft>
              <a:buClr>
                <a:schemeClr val="dk1"/>
              </a:buClr>
              <a:buSzPts val="1200"/>
              <a:buNone/>
              <a:defRPr sz="1200"/>
            </a:lvl2pPr>
            <a:lvl3pPr indent="-228600" lvl="2" marL="1371600" algn="l">
              <a:spcBef>
                <a:spcPts val="36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60" name="Google Shape;260;p59"/>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1" name="Shape 261"/>
        <p:cNvGrpSpPr/>
        <p:nvPr/>
      </p:nvGrpSpPr>
      <p:grpSpPr>
        <a:xfrm>
          <a:off x="0" y="0"/>
          <a:ext cx="0" cy="0"/>
          <a:chOff x="0" y="0"/>
          <a:chExt cx="0" cy="0"/>
        </a:xfrm>
      </p:grpSpPr>
      <p:sp>
        <p:nvSpPr>
          <p:cNvPr id="262" name="Google Shape;262;p60"/>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3" name="Shape 263"/>
        <p:cNvGrpSpPr/>
        <p:nvPr/>
      </p:nvGrpSpPr>
      <p:grpSpPr>
        <a:xfrm>
          <a:off x="0" y="0"/>
          <a:ext cx="0" cy="0"/>
          <a:chOff x="0" y="0"/>
          <a:chExt cx="0" cy="0"/>
        </a:xfrm>
      </p:grpSpPr>
      <p:sp>
        <p:nvSpPr>
          <p:cNvPr id="264" name="Google Shape;264;p61"/>
          <p:cNvSpPr txBox="1"/>
          <p:nvPr>
            <p:ph type="title"/>
          </p:nvPr>
        </p:nvSpPr>
        <p:spPr>
          <a:xfrm>
            <a:off x="0" y="0"/>
            <a:ext cx="6705600" cy="609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5" name="Google Shape;265;p6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6" name="Shape 266"/>
        <p:cNvGrpSpPr/>
        <p:nvPr/>
      </p:nvGrpSpPr>
      <p:grpSpPr>
        <a:xfrm>
          <a:off x="0" y="0"/>
          <a:ext cx="0" cy="0"/>
          <a:chOff x="0" y="0"/>
          <a:chExt cx="0" cy="0"/>
        </a:xfrm>
      </p:grpSpPr>
      <p:sp>
        <p:nvSpPr>
          <p:cNvPr id="267" name="Google Shape;267;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8" name="Google Shape;268;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spAutoFit/>
          </a:bodyPr>
          <a:lstStyle>
            <a:lvl1pPr indent="-228600" lvl="0" marL="457200" algn="l">
              <a:lnSpc>
                <a:spcPct val="95000"/>
              </a:lnSpc>
              <a:spcBef>
                <a:spcPts val="0"/>
              </a:spcBef>
              <a:spcAft>
                <a:spcPts val="0"/>
              </a:spcAft>
              <a:buClr>
                <a:schemeClr val="dk1"/>
              </a:buClr>
              <a:buSzPts val="2400"/>
              <a:buNone/>
              <a:defRPr b="1" sz="2400"/>
            </a:lvl1pPr>
            <a:lvl2pPr indent="-228600" lvl="1" marL="914400" algn="l">
              <a:lnSpc>
                <a:spcPct val="95000"/>
              </a:lnSpc>
              <a:spcBef>
                <a:spcPts val="480"/>
              </a:spcBef>
              <a:spcAft>
                <a:spcPts val="0"/>
              </a:spcAft>
              <a:buClr>
                <a:schemeClr val="dk1"/>
              </a:buClr>
              <a:buSzPts val="2000"/>
              <a:buNone/>
              <a:defRPr b="1" sz="2000"/>
            </a:lvl2pPr>
            <a:lvl3pPr indent="-228600" lvl="2" marL="1371600" algn="l">
              <a:spcBef>
                <a:spcPts val="60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69" name="Google Shape;269;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sz="2400"/>
            </a:lvl1pPr>
            <a:lvl2pPr indent="-355600" lvl="1" marL="914400" algn="l">
              <a:lnSpc>
                <a:spcPct val="95000"/>
              </a:lnSpc>
              <a:spcBef>
                <a:spcPts val="480"/>
              </a:spcBef>
              <a:spcAft>
                <a:spcPts val="0"/>
              </a:spcAft>
              <a:buClr>
                <a:schemeClr val="dk1"/>
              </a:buClr>
              <a:buSzPts val="2000"/>
              <a:buChar char="—"/>
              <a:defRPr sz="2000"/>
            </a:lvl2pPr>
            <a:lvl3pPr indent="-342900" lvl="2" marL="1371600" algn="l">
              <a:spcBef>
                <a:spcPts val="60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0" name="Google Shape;270;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spAutoFit/>
          </a:bodyPr>
          <a:lstStyle>
            <a:lvl1pPr indent="-228600" lvl="0" marL="457200" algn="l">
              <a:lnSpc>
                <a:spcPct val="95000"/>
              </a:lnSpc>
              <a:spcBef>
                <a:spcPts val="0"/>
              </a:spcBef>
              <a:spcAft>
                <a:spcPts val="0"/>
              </a:spcAft>
              <a:buClr>
                <a:schemeClr val="dk1"/>
              </a:buClr>
              <a:buSzPts val="2400"/>
              <a:buNone/>
              <a:defRPr b="1" sz="2400"/>
            </a:lvl1pPr>
            <a:lvl2pPr indent="-228600" lvl="1" marL="914400" algn="l">
              <a:lnSpc>
                <a:spcPct val="95000"/>
              </a:lnSpc>
              <a:spcBef>
                <a:spcPts val="480"/>
              </a:spcBef>
              <a:spcAft>
                <a:spcPts val="0"/>
              </a:spcAft>
              <a:buClr>
                <a:schemeClr val="dk1"/>
              </a:buClr>
              <a:buSzPts val="2000"/>
              <a:buNone/>
              <a:defRPr b="1" sz="2000"/>
            </a:lvl2pPr>
            <a:lvl3pPr indent="-228600" lvl="2" marL="1371600" algn="l">
              <a:spcBef>
                <a:spcPts val="60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1" name="Google Shape;271;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sz="2400"/>
            </a:lvl1pPr>
            <a:lvl2pPr indent="-355600" lvl="1" marL="914400" algn="l">
              <a:lnSpc>
                <a:spcPct val="95000"/>
              </a:lnSpc>
              <a:spcBef>
                <a:spcPts val="480"/>
              </a:spcBef>
              <a:spcAft>
                <a:spcPts val="0"/>
              </a:spcAft>
              <a:buClr>
                <a:schemeClr val="dk1"/>
              </a:buClr>
              <a:buSzPts val="2000"/>
              <a:buChar char="—"/>
              <a:defRPr sz="2000"/>
            </a:lvl2pPr>
            <a:lvl3pPr indent="-342900" lvl="2" marL="1371600" algn="l">
              <a:spcBef>
                <a:spcPts val="60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2" name="Google Shape;272;p62"/>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3" name="Shape 273"/>
        <p:cNvGrpSpPr/>
        <p:nvPr/>
      </p:nvGrpSpPr>
      <p:grpSpPr>
        <a:xfrm>
          <a:off x="0" y="0"/>
          <a:ext cx="0" cy="0"/>
          <a:chOff x="0" y="0"/>
          <a:chExt cx="0" cy="0"/>
        </a:xfrm>
      </p:grpSpPr>
      <p:sp>
        <p:nvSpPr>
          <p:cNvPr id="274" name="Google Shape;274;p63"/>
          <p:cNvSpPr txBox="1"/>
          <p:nvPr>
            <p:ph type="title"/>
          </p:nvPr>
        </p:nvSpPr>
        <p:spPr>
          <a:xfrm>
            <a:off x="0" y="0"/>
            <a:ext cx="6705600" cy="609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5" name="Google Shape;275;p63"/>
          <p:cNvSpPr txBox="1"/>
          <p:nvPr>
            <p:ph idx="1" type="body"/>
          </p:nvPr>
        </p:nvSpPr>
        <p:spPr>
          <a:xfrm>
            <a:off x="1219200" y="762000"/>
            <a:ext cx="3810000" cy="2097088"/>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sz="2800"/>
            </a:lvl1pPr>
            <a:lvl2pPr indent="-381000" lvl="1" marL="914400" algn="l">
              <a:lnSpc>
                <a:spcPct val="95000"/>
              </a:lnSpc>
              <a:spcBef>
                <a:spcPts val="560"/>
              </a:spcBef>
              <a:spcAft>
                <a:spcPts val="0"/>
              </a:spcAft>
              <a:buClr>
                <a:schemeClr val="dk1"/>
              </a:buClr>
              <a:buSzPts val="2400"/>
              <a:buChar char="—"/>
              <a:defRPr sz="2400"/>
            </a:lvl2pPr>
            <a:lvl3pPr indent="-355600" lvl="2" marL="1371600" algn="l">
              <a:spcBef>
                <a:spcPts val="72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6" name="Google Shape;276;p63"/>
          <p:cNvSpPr txBox="1"/>
          <p:nvPr>
            <p:ph idx="2" type="body"/>
          </p:nvPr>
        </p:nvSpPr>
        <p:spPr>
          <a:xfrm>
            <a:off x="5181600" y="762000"/>
            <a:ext cx="3810000" cy="2097088"/>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sz="2800"/>
            </a:lvl1pPr>
            <a:lvl2pPr indent="-381000" lvl="1" marL="914400" algn="l">
              <a:lnSpc>
                <a:spcPct val="95000"/>
              </a:lnSpc>
              <a:spcBef>
                <a:spcPts val="560"/>
              </a:spcBef>
              <a:spcAft>
                <a:spcPts val="0"/>
              </a:spcAft>
              <a:buClr>
                <a:schemeClr val="dk1"/>
              </a:buClr>
              <a:buSzPts val="2400"/>
              <a:buChar char="—"/>
              <a:defRPr sz="2400"/>
            </a:lvl2pPr>
            <a:lvl3pPr indent="-355600" lvl="2" marL="1371600" algn="l">
              <a:spcBef>
                <a:spcPts val="72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7" name="Google Shape;277;p63"/>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8" name="Shape 278"/>
        <p:cNvGrpSpPr/>
        <p:nvPr/>
      </p:nvGrpSpPr>
      <p:grpSpPr>
        <a:xfrm>
          <a:off x="0" y="0"/>
          <a:ext cx="0" cy="0"/>
          <a:chOff x="0" y="0"/>
          <a:chExt cx="0" cy="0"/>
        </a:xfrm>
      </p:grpSpPr>
      <p:sp>
        <p:nvSpPr>
          <p:cNvPr id="279" name="Google Shape;279;p6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0" name="Google Shape;280;p6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spAutoFit/>
          </a:bodyPr>
          <a:lstStyle>
            <a:lvl1pPr indent="-228600" lvl="0" marL="457200" algn="l">
              <a:lnSpc>
                <a:spcPct val="95000"/>
              </a:lnSpc>
              <a:spcBef>
                <a:spcPts val="0"/>
              </a:spcBef>
              <a:spcAft>
                <a:spcPts val="0"/>
              </a:spcAft>
              <a:buClr>
                <a:schemeClr val="dk1"/>
              </a:buClr>
              <a:buSzPts val="2000"/>
              <a:buNone/>
              <a:defRPr sz="2000"/>
            </a:lvl1pPr>
            <a:lvl2pPr indent="-228600" lvl="1" marL="914400" algn="l">
              <a:lnSpc>
                <a:spcPct val="95000"/>
              </a:lnSpc>
              <a:spcBef>
                <a:spcPts val="400"/>
              </a:spcBef>
              <a:spcAft>
                <a:spcPts val="0"/>
              </a:spcAft>
              <a:buClr>
                <a:schemeClr val="dk1"/>
              </a:buClr>
              <a:buSzPts val="1800"/>
              <a:buNone/>
              <a:defRPr sz="1800"/>
            </a:lvl2pPr>
            <a:lvl3pPr indent="-228600" lvl="2" marL="1371600" algn="l">
              <a:spcBef>
                <a:spcPts val="540"/>
              </a:spcBef>
              <a:spcAft>
                <a:spcPts val="0"/>
              </a:spcAft>
              <a:buClr>
                <a:schemeClr val="dk1"/>
              </a:buClr>
              <a:buSzPts val="1600"/>
              <a:buNone/>
              <a:defRPr sz="1600"/>
            </a:lvl3pPr>
            <a:lvl4pPr indent="-228600" lvl="3" marL="1828800" algn="l">
              <a:spcBef>
                <a:spcPts val="280"/>
              </a:spcBef>
              <a:spcAft>
                <a:spcPts val="0"/>
              </a:spcAft>
              <a:buClr>
                <a:schemeClr val="dk1"/>
              </a:buClr>
              <a:buSzPts val="1400"/>
              <a:buNone/>
              <a:defRPr sz="1400"/>
            </a:lvl4pPr>
            <a:lvl5pPr indent="-228600" lvl="4" marL="2286000" algn="l">
              <a:spcBef>
                <a:spcPts val="280"/>
              </a:spcBef>
              <a:spcAft>
                <a:spcPts val="0"/>
              </a:spcAft>
              <a:buClr>
                <a:schemeClr val="dk1"/>
              </a:buClr>
              <a:buSzPts val="1400"/>
              <a:buNone/>
              <a:defRPr sz="1400"/>
            </a:lvl5pPr>
            <a:lvl6pPr indent="-228600" lvl="5" marL="2743200" algn="l">
              <a:spcBef>
                <a:spcPts val="280"/>
              </a:spcBef>
              <a:spcAft>
                <a:spcPts val="0"/>
              </a:spcAft>
              <a:buClr>
                <a:schemeClr val="dk1"/>
              </a:buClr>
              <a:buSzPts val="1400"/>
              <a:buNone/>
              <a:defRPr sz="1400"/>
            </a:lvl6pPr>
            <a:lvl7pPr indent="-228600" lvl="6" marL="3200400" algn="l">
              <a:spcBef>
                <a:spcPts val="280"/>
              </a:spcBef>
              <a:spcAft>
                <a:spcPts val="0"/>
              </a:spcAft>
              <a:buClr>
                <a:schemeClr val="dk1"/>
              </a:buClr>
              <a:buSzPts val="1400"/>
              <a:buNone/>
              <a:defRPr sz="1400"/>
            </a:lvl7pPr>
            <a:lvl8pPr indent="-228600" lvl="7" marL="3657600" algn="l">
              <a:spcBef>
                <a:spcPts val="280"/>
              </a:spcBef>
              <a:spcAft>
                <a:spcPts val="0"/>
              </a:spcAft>
              <a:buClr>
                <a:schemeClr val="dk1"/>
              </a:buClr>
              <a:buSzPts val="1400"/>
              <a:buNone/>
              <a:defRPr sz="1400"/>
            </a:lvl8pPr>
            <a:lvl9pPr indent="-228600" lvl="8" marL="4114800" algn="l">
              <a:spcBef>
                <a:spcPts val="280"/>
              </a:spcBef>
              <a:spcAft>
                <a:spcPts val="0"/>
              </a:spcAft>
              <a:buClr>
                <a:schemeClr val="dk1"/>
              </a:buClr>
              <a:buSzPts val="1400"/>
              <a:buNone/>
              <a:defRPr sz="1400"/>
            </a:lvl9pPr>
          </a:lstStyle>
          <a:p/>
        </p:txBody>
      </p:sp>
      <p:sp>
        <p:nvSpPr>
          <p:cNvPr id="281" name="Google Shape;281;p6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2" name="Shape 282"/>
        <p:cNvGrpSpPr/>
        <p:nvPr/>
      </p:nvGrpSpPr>
      <p:grpSpPr>
        <a:xfrm>
          <a:off x="0" y="0"/>
          <a:ext cx="0" cy="0"/>
          <a:chOff x="0" y="0"/>
          <a:chExt cx="0" cy="0"/>
        </a:xfrm>
      </p:grpSpPr>
      <p:sp>
        <p:nvSpPr>
          <p:cNvPr id="283" name="Google Shape;283;p65"/>
          <p:cNvSpPr txBox="1"/>
          <p:nvPr>
            <p:ph type="title"/>
          </p:nvPr>
        </p:nvSpPr>
        <p:spPr>
          <a:xfrm>
            <a:off x="0" y="0"/>
            <a:ext cx="6705600" cy="609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4" name="Google Shape;284;p65"/>
          <p:cNvSpPr txBox="1"/>
          <p:nvPr>
            <p:ph idx="1" type="body"/>
          </p:nvPr>
        </p:nvSpPr>
        <p:spPr>
          <a:xfrm>
            <a:off x="1219200" y="762000"/>
            <a:ext cx="7772400" cy="2097087"/>
          </a:xfrm>
          <a:prstGeom prst="rect">
            <a:avLst/>
          </a:prstGeom>
          <a:noFill/>
          <a:ln>
            <a:noFill/>
          </a:ln>
        </p:spPr>
        <p:txBody>
          <a:bodyPr anchorCtr="0" anchor="t" bIns="45700" lIns="91425" spcFirstLastPara="1" rIns="91425" wrap="square" tIns="45700">
            <a:spAutoFit/>
          </a:bodyPr>
          <a:lstStyle>
            <a:lvl1pPr indent="-228600" lvl="0" marL="457200" algn="l">
              <a:lnSpc>
                <a:spcPct val="95000"/>
              </a:lnSpc>
              <a:spcBef>
                <a:spcPts val="0"/>
              </a:spcBef>
              <a:spcAft>
                <a:spcPts val="0"/>
              </a:spcAft>
              <a:buSzPts val="1400"/>
              <a:buNone/>
              <a:defRPr/>
            </a:lvl1pPr>
            <a:lvl2pPr indent="-342900" lvl="1" marL="914400" algn="l">
              <a:lnSpc>
                <a:spcPct val="95000"/>
              </a:lnSpc>
              <a:spcBef>
                <a:spcPts val="360"/>
              </a:spcBef>
              <a:spcAft>
                <a:spcPts val="0"/>
              </a:spcAft>
              <a:buClr>
                <a:schemeClr val="dk1"/>
              </a:buClr>
              <a:buSzPts val="1800"/>
              <a:buChar char="—"/>
              <a:defRPr/>
            </a:lvl2pPr>
            <a:lvl3pPr indent="-342900" lvl="2" marL="1371600" algn="l">
              <a:spcBef>
                <a:spcPts val="54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5" name="Google Shape;285;p6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6" name="Shape 286"/>
        <p:cNvGrpSpPr/>
        <p:nvPr/>
      </p:nvGrpSpPr>
      <p:grpSpPr>
        <a:xfrm>
          <a:off x="0" y="0"/>
          <a:ext cx="0" cy="0"/>
          <a:chOff x="0" y="0"/>
          <a:chExt cx="0" cy="0"/>
        </a:xfrm>
      </p:grpSpPr>
      <p:sp>
        <p:nvSpPr>
          <p:cNvPr id="287" name="Google Shape;287;p6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8" name="Google Shape;288;p6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spAutoFit/>
          </a:bodyPr>
          <a:lstStyle>
            <a:lvl1pPr lvl="0" algn="ctr">
              <a:lnSpc>
                <a:spcPct val="95000"/>
              </a:lnSpc>
              <a:spcBef>
                <a:spcPts val="0"/>
              </a:spcBef>
              <a:spcAft>
                <a:spcPts val="0"/>
              </a:spcAft>
              <a:buClr>
                <a:schemeClr val="dk1"/>
              </a:buClr>
              <a:buSzPts val="2800"/>
              <a:buNone/>
              <a:defRPr/>
            </a:lvl1pPr>
            <a:lvl2pPr lvl="1" algn="ctr">
              <a:lnSpc>
                <a:spcPct val="95000"/>
              </a:lnSpc>
              <a:spcBef>
                <a:spcPts val="560"/>
              </a:spcBef>
              <a:spcAft>
                <a:spcPts val="0"/>
              </a:spcAft>
              <a:buClr>
                <a:schemeClr val="dk1"/>
              </a:buClr>
              <a:buSzPts val="2200"/>
              <a:buNone/>
              <a:defRPr/>
            </a:lvl2pPr>
            <a:lvl3pPr lvl="2" algn="ctr">
              <a:spcBef>
                <a:spcPts val="660"/>
              </a:spcBef>
              <a:spcAft>
                <a:spcPts val="0"/>
              </a:spcAft>
              <a:buClr>
                <a:schemeClr val="dk1"/>
              </a:buClr>
              <a:buSzPts val="2000"/>
              <a:buNone/>
              <a:defRPr/>
            </a:lvl3pPr>
            <a:lvl4pPr lvl="3" algn="ctr">
              <a:spcBef>
                <a:spcPts val="400"/>
              </a:spcBef>
              <a:spcAft>
                <a:spcPts val="0"/>
              </a:spcAft>
              <a:buClr>
                <a:schemeClr val="dk1"/>
              </a:buClr>
              <a:buSzPts val="2000"/>
              <a:buNone/>
              <a:defRPr/>
            </a:lvl4pPr>
            <a:lvl5pPr lvl="4" algn="ctr">
              <a:spcBef>
                <a:spcPts val="400"/>
              </a:spcBef>
              <a:spcAft>
                <a:spcPts val="0"/>
              </a:spcAft>
              <a:buClr>
                <a:schemeClr val="dk1"/>
              </a:buClr>
              <a:buSzPts val="2000"/>
              <a:buNone/>
              <a:defRPr/>
            </a:lvl5pPr>
            <a:lvl6pPr lvl="5" algn="ctr">
              <a:spcBef>
                <a:spcPts val="400"/>
              </a:spcBef>
              <a:spcAft>
                <a:spcPts val="0"/>
              </a:spcAft>
              <a:buClr>
                <a:schemeClr val="dk1"/>
              </a:buClr>
              <a:buSzPts val="2000"/>
              <a:buNone/>
              <a:defRPr/>
            </a:lvl6pPr>
            <a:lvl7pPr lvl="6" algn="ctr">
              <a:spcBef>
                <a:spcPts val="400"/>
              </a:spcBef>
              <a:spcAft>
                <a:spcPts val="0"/>
              </a:spcAft>
              <a:buClr>
                <a:schemeClr val="dk1"/>
              </a:buClr>
              <a:buSzPts val="2000"/>
              <a:buNone/>
              <a:defRPr/>
            </a:lvl7pPr>
            <a:lvl8pPr lvl="7" algn="ctr">
              <a:spcBef>
                <a:spcPts val="400"/>
              </a:spcBef>
              <a:spcAft>
                <a:spcPts val="0"/>
              </a:spcAft>
              <a:buClr>
                <a:schemeClr val="dk1"/>
              </a:buClr>
              <a:buSzPts val="2000"/>
              <a:buNone/>
              <a:defRPr/>
            </a:lvl8pPr>
            <a:lvl9pPr lvl="8" algn="ctr">
              <a:spcBef>
                <a:spcPts val="400"/>
              </a:spcBef>
              <a:spcAft>
                <a:spcPts val="0"/>
              </a:spcAft>
              <a:buClr>
                <a:schemeClr val="dk1"/>
              </a:buClr>
              <a:buSzPts val="2000"/>
              <a:buNone/>
              <a:defRPr/>
            </a:lvl9pPr>
          </a:lstStyle>
          <a:p/>
        </p:txBody>
      </p:sp>
      <p:sp>
        <p:nvSpPr>
          <p:cNvPr id="289" name="Google Shape;289;p66"/>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theme" Target="../theme/theme5.xml"/><Relationship Id="rId12" Type="http://schemas.openxmlformats.org/officeDocument/2006/relationships/slideLayout" Target="../slideLayouts/slideLayout14.xml"/><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9.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2" Type="http://schemas.openxmlformats.org/officeDocument/2006/relationships/theme" Target="../theme/theme7.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11" Type="http://schemas.openxmlformats.org/officeDocument/2006/relationships/theme" Target="../theme/theme3.xml"/><Relationship Id="rId10" Type="http://schemas.openxmlformats.org/officeDocument/2006/relationships/slideLayout" Target="../slideLayouts/slideLayout47.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2" Type="http://schemas.openxmlformats.org/officeDocument/2006/relationships/theme" Target="../theme/theme6.xml"/><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5F7"/>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1pPr>
            <a:lvl2pPr lvl="1"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2pPr>
            <a:lvl3pPr lvl="2"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3pPr>
            <a:lvl4pPr lvl="3"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4pPr>
            <a:lvl5pPr lvl="4"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5pPr>
            <a:lvl6pPr lvl="5"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6pPr>
            <a:lvl7pPr lvl="6"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7pPr>
            <a:lvl8pPr lvl="7"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8pPr>
            <a:lvl9pPr lvl="8"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9pPr>
          </a:lstStyle>
          <a:p/>
        </p:txBody>
      </p:sp>
      <p:sp>
        <p:nvSpPr>
          <p:cNvPr id="11" name="Google Shape;11;p1"/>
          <p:cNvSpPr txBox="1"/>
          <p:nvPr>
            <p:ph idx="1" type="body"/>
          </p:nvPr>
        </p:nvSpPr>
        <p:spPr>
          <a:xfrm>
            <a:off x="914400" y="2514600"/>
            <a:ext cx="7315200" cy="3771900"/>
          </a:xfrm>
          <a:prstGeom prst="rect">
            <a:avLst/>
          </a:prstGeom>
          <a:noFill/>
          <a:ln>
            <a:noFill/>
          </a:ln>
        </p:spPr>
        <p:txBody>
          <a:bodyPr anchorCtr="0" anchor="ctr" bIns="45700" lIns="91425" spcFirstLastPara="1" rIns="91425" wrap="square" tIns="45700">
            <a:spAutoFit/>
          </a:bodyPr>
          <a:lstStyle>
            <a:lvl1pPr indent="-228600" lvl="0" marL="457200" marR="0" rtl="0" algn="ctr">
              <a:lnSpc>
                <a:spcPct val="95000"/>
              </a:lnSpc>
              <a:spcBef>
                <a:spcPts val="0"/>
              </a:spcBef>
              <a:spcAft>
                <a:spcPts val="0"/>
              </a:spcAft>
              <a:buSzPts val="1400"/>
              <a:buNone/>
              <a:defRPr b="1" i="0" sz="6000" u="none" cap="none" strike="noStrike">
                <a:solidFill>
                  <a:srgbClr val="4F87C6"/>
                </a:solidFill>
                <a:latin typeface="Arial"/>
                <a:ea typeface="Arial"/>
                <a:cs typeface="Arial"/>
                <a:sym typeface="Arial"/>
              </a:defRPr>
            </a:lvl1pPr>
            <a:lvl2pPr indent="-228600" lvl="1" marL="914400" marR="0" rtl="0" algn="ctr">
              <a:lnSpc>
                <a:spcPct val="95000"/>
              </a:lnSpc>
              <a:spcBef>
                <a:spcPts val="1200"/>
              </a:spcBef>
              <a:spcAft>
                <a:spcPts val="0"/>
              </a:spcAft>
              <a:buSzPts val="1400"/>
              <a:buNone/>
              <a:defRPr b="1" i="1" sz="4000" u="none" cap="none" strike="noStrike">
                <a:solidFill>
                  <a:schemeClr val="dk1"/>
                </a:solidFill>
                <a:latin typeface="Arial"/>
                <a:ea typeface="Arial"/>
                <a:cs typeface="Arial"/>
                <a:sym typeface="Arial"/>
              </a:defRPr>
            </a:lvl2pPr>
            <a:lvl3pPr indent="-228600" lvl="2" marL="1371600" marR="0" rtl="0" algn="l">
              <a:lnSpc>
                <a:spcPct val="95000"/>
              </a:lnSpc>
              <a:spcBef>
                <a:spcPts val="800"/>
              </a:spcBef>
              <a:spcAft>
                <a:spcPts val="0"/>
              </a:spcAft>
              <a:buSzPts val="1400"/>
              <a:buNone/>
              <a:defRPr b="0" i="0" sz="2400" u="none" cap="none" strike="noStrike">
                <a:solidFill>
                  <a:schemeClr val="dk1"/>
                </a:solidFill>
                <a:latin typeface="Arial"/>
                <a:ea typeface="Arial"/>
                <a:cs typeface="Arial"/>
                <a:sym typeface="Arial"/>
              </a:defRPr>
            </a:lvl3pPr>
            <a:lvl4pPr indent="-228600" lvl="3" marL="1828800" marR="0" rtl="0" algn="l">
              <a:lnSpc>
                <a:spcPct val="95000"/>
              </a:lnSpc>
              <a:spcBef>
                <a:spcPts val="480"/>
              </a:spcBef>
              <a:spcAft>
                <a:spcPts val="0"/>
              </a:spcAft>
              <a:buSzPts val="1400"/>
              <a:buNone/>
              <a:defRPr b="0" i="0" sz="2000" u="none" cap="none" strike="noStrike">
                <a:solidFill>
                  <a:schemeClr val="dk1"/>
                </a:solidFill>
                <a:latin typeface="Arial"/>
                <a:ea typeface="Arial"/>
                <a:cs typeface="Arial"/>
                <a:sym typeface="Arial"/>
              </a:defRPr>
            </a:lvl4pPr>
            <a:lvl5pPr indent="-228600" lvl="4" marL="22860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5pPr>
            <a:lvl6pPr indent="-228600" lvl="5" marL="27432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6pPr>
            <a:lvl7pPr indent="-228600" lvl="6" marL="32004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7pPr>
            <a:lvl8pPr indent="-228600" lvl="7" marL="36576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8pPr>
            <a:lvl9pPr indent="-228600" lvl="8" marL="4114800" marR="0" rtl="0" algn="l">
              <a:lnSpc>
                <a:spcPct val="95000"/>
              </a:lnSpc>
              <a:spcBef>
                <a:spcPts val="400"/>
              </a:spcBef>
              <a:spcAft>
                <a:spcPts val="400"/>
              </a:spcAft>
              <a:buSzPts val="1400"/>
              <a:buNone/>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lvl1pPr lvl="0"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1pPr>
            <a:lvl2pPr lvl="1"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2pPr>
            <a:lvl3pPr lvl="2"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3pPr>
            <a:lvl4pPr lvl="3"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4pPr>
            <a:lvl5pPr lvl="4"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5pPr>
            <a:lvl6pPr lvl="5"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6pPr>
            <a:lvl7pPr lvl="6"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7pPr>
            <a:lvl8pPr lvl="7"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8pPr>
            <a:lvl9pPr lvl="8" marR="0" rtl="0" algn="l">
              <a:spcBef>
                <a:spcPts val="0"/>
              </a:spcBef>
              <a:spcAft>
                <a:spcPts val="0"/>
              </a:spcAft>
              <a:buSzPts val="1400"/>
              <a:buNone/>
              <a:defRPr b="1" i="0" sz="3600" u="none" cap="none" strike="noStrike">
                <a:solidFill>
                  <a:srgbClr val="F9A75E"/>
                </a:solidFill>
                <a:latin typeface="Arial"/>
                <a:ea typeface="Arial"/>
                <a:cs typeface="Arial"/>
                <a:sym typeface="Arial"/>
              </a:defRPr>
            </a:lvl9pPr>
          </a:lstStyle>
          <a:p/>
        </p:txBody>
      </p:sp>
      <p:sp>
        <p:nvSpPr>
          <p:cNvPr id="19" name="Google Shape;19;p3"/>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0"/>
              </a:spcBef>
              <a:spcAft>
                <a:spcPts val="0"/>
              </a:spcAft>
              <a:buClr>
                <a:srgbClr val="4F87C6"/>
              </a:buClr>
              <a:buSzPts val="2800"/>
              <a:buFont typeface="Noto Sans Symbols"/>
              <a:buChar char="▪"/>
              <a:defRPr b="1" i="0" sz="2800" u="none" cap="none" strike="noStrike">
                <a:solidFill>
                  <a:srgbClr val="000000"/>
                </a:solidFill>
                <a:latin typeface="Times New Roman"/>
                <a:ea typeface="Times New Roman"/>
                <a:cs typeface="Times New Roman"/>
                <a:sym typeface="Times New Roman"/>
              </a:defRPr>
            </a:lvl1pPr>
            <a:lvl2pPr indent="-368300" lvl="1" marL="914400" marR="0" rtl="0" algn="l">
              <a:spcBef>
                <a:spcPts val="700"/>
              </a:spcBef>
              <a:spcAft>
                <a:spcPts val="0"/>
              </a:spcAft>
              <a:buClr>
                <a:srgbClr val="4F87C6"/>
              </a:buClr>
              <a:buSzPts val="2200"/>
              <a:buFont typeface="Arial"/>
              <a:buChar char="–"/>
              <a:defRPr b="1" i="0" sz="2200" u="none" cap="none" strike="noStrike">
                <a:solidFill>
                  <a:srgbClr val="000000"/>
                </a:solidFill>
                <a:latin typeface="Times New Roman"/>
                <a:ea typeface="Times New Roman"/>
                <a:cs typeface="Times New Roman"/>
                <a:sym typeface="Times New Roman"/>
              </a:defRPr>
            </a:lvl2pPr>
            <a:lvl3pPr indent="-355600" lvl="2" marL="1371600" marR="0" rtl="0" algn="l">
              <a:spcBef>
                <a:spcPts val="550"/>
              </a:spcBef>
              <a:spcAft>
                <a:spcPts val="0"/>
              </a:spcAft>
              <a:buClr>
                <a:srgbClr val="4F87C6"/>
              </a:buClr>
              <a:buSzPts val="2000"/>
              <a:buFont typeface="Arial"/>
              <a:buChar char="-"/>
              <a:defRPr b="1" i="0" sz="20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500"/>
              </a:spcBef>
              <a:spcAft>
                <a:spcPts val="0"/>
              </a:spcAft>
              <a:buClr>
                <a:srgbClr val="4F87C6"/>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500"/>
              </a:spcBef>
              <a:spcAft>
                <a:spcPts val="0"/>
              </a:spcAft>
              <a:buClr>
                <a:srgbClr val="4F87C6"/>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500"/>
              </a:spcBef>
              <a:spcAft>
                <a:spcPts val="0"/>
              </a:spcAft>
              <a:buClr>
                <a:srgbClr val="4F87C6"/>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500"/>
              </a:spcBef>
              <a:spcAft>
                <a:spcPts val="0"/>
              </a:spcAft>
              <a:buClr>
                <a:srgbClr val="4F87C6"/>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500"/>
              </a:spcBef>
              <a:spcAft>
                <a:spcPts val="500"/>
              </a:spcAft>
              <a:buClr>
                <a:srgbClr val="4F87C6"/>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9pPr>
          </a:lstStyle>
          <a:p/>
        </p:txBody>
      </p:sp>
      <p:sp>
        <p:nvSpPr>
          <p:cNvPr id="20" name="Google Shape;20;p3"/>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27" name="Google Shape;27;p5"/>
          <p:cNvSpPr txBox="1"/>
          <p:nvPr>
            <p:ph type="title"/>
          </p:nvPr>
        </p:nvSpPr>
        <p:spPr>
          <a:xfrm>
            <a:off x="228600" y="5334000"/>
            <a:ext cx="8686800" cy="1143000"/>
          </a:xfrm>
          <a:prstGeom prst="rect">
            <a:avLst/>
          </a:prstGeom>
          <a:noFill/>
          <a:ln>
            <a:noFill/>
          </a:ln>
        </p:spPr>
        <p:txBody>
          <a:bodyPr anchorCtr="0" anchor="ctr" bIns="45700" lIns="91425" spcFirstLastPara="1" rIns="91425" wrap="square" tIns="0">
            <a:noAutofit/>
          </a:bodyPr>
          <a:lstStyle>
            <a:lvl1pPr lvl="0"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lvl="1"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2pPr>
            <a:lvl3pPr lvl="2"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3pPr>
            <a:lvl4pPr lvl="3"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4pPr>
            <a:lvl5pPr lvl="4"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5pPr>
            <a:lvl6pPr lvl="5"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6pPr>
            <a:lvl7pPr lvl="6"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7pPr>
            <a:lvl8pPr lvl="7"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8pPr>
            <a:lvl9pPr lvl="8" marR="0" rtl="0" algn="ctr">
              <a:lnSpc>
                <a:spcPct val="95000"/>
              </a:lnSpc>
              <a:spcBef>
                <a:spcPts val="0"/>
              </a:spcBef>
              <a:spcAft>
                <a:spcPts val="0"/>
              </a:spcAft>
              <a:buSzPts val="1400"/>
              <a:buNone/>
              <a:defRPr b="0" i="0" sz="1600" u="none" cap="none" strike="noStrike">
                <a:solidFill>
                  <a:schemeClr val="dk1"/>
                </a:solidFill>
                <a:latin typeface="Arial"/>
                <a:ea typeface="Arial"/>
                <a:cs typeface="Arial"/>
                <a:sym typeface="Arial"/>
              </a:defRPr>
            </a:lvl9pPr>
          </a:lstStyle>
          <a:p/>
        </p:txBody>
      </p:sp>
      <p:sp>
        <p:nvSpPr>
          <p:cNvPr id="28" name="Google Shape;28;p5"/>
          <p:cNvSpPr/>
          <p:nvPr/>
        </p:nvSpPr>
        <p:spPr>
          <a:xfrm>
            <a:off x="8686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29" name="Google Shape;29;p5"/>
          <p:cNvSpPr/>
          <p:nvPr/>
        </p:nvSpPr>
        <p:spPr>
          <a:xfrm rot="10800000">
            <a:off x="8305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30" name="Google Shape;30;p5"/>
          <p:cNvSpPr txBox="1"/>
          <p:nvPr/>
        </p:nvSpPr>
        <p:spPr>
          <a:xfrm>
            <a:off x="5419725" y="6577012"/>
            <a:ext cx="3686175"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r>
              <a:rPr b="0" i="0" lang="en-US" sz="1200" u="none">
                <a:solidFill>
                  <a:srgbClr val="000000"/>
                </a:solidFill>
                <a:latin typeface="Arial"/>
                <a:ea typeface="Arial"/>
                <a:cs typeface="Arial"/>
                <a:sym typeface="Arial"/>
              </a:rPr>
              <a:t> 2007 Pearson Education, Inc.  All rights reserved.</a:t>
            </a:r>
            <a:endParaRPr/>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83" name="Google Shape;83;p18"/>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lvl1pPr lvl="0"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1pPr>
            <a:lvl2pPr lvl="1"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2pPr>
            <a:lvl3pPr lvl="2"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3pPr>
            <a:lvl4pPr lvl="3"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4pPr>
            <a:lvl5pPr lvl="4"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5pPr>
            <a:lvl6pPr lvl="5"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6pPr>
            <a:lvl7pPr lvl="6"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7pPr>
            <a:lvl8pPr lvl="7"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8pPr>
            <a:lvl9pPr lvl="8" marR="0" rtl="0" algn="l">
              <a:spcBef>
                <a:spcPts val="0"/>
              </a:spcBef>
              <a:spcAft>
                <a:spcPts val="0"/>
              </a:spcAft>
              <a:buSzPts val="1400"/>
              <a:buNone/>
              <a:defRPr b="1" i="0" sz="3600" u="none" cap="none" strike="noStrike">
                <a:solidFill>
                  <a:srgbClr val="5AD9B3"/>
                </a:solidFill>
                <a:latin typeface="Arial"/>
                <a:ea typeface="Arial"/>
                <a:cs typeface="Arial"/>
                <a:sym typeface="Arial"/>
              </a:defRPr>
            </a:lvl9pPr>
          </a:lstStyle>
          <a:p/>
        </p:txBody>
      </p:sp>
      <p:sp>
        <p:nvSpPr>
          <p:cNvPr id="84" name="Google Shape;84;p18"/>
          <p:cNvSpPr/>
          <p:nvPr/>
        </p:nvSpPr>
        <p:spPr>
          <a:xfrm>
            <a:off x="8686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85" name="Google Shape;85;p18"/>
          <p:cNvSpPr/>
          <p:nvPr/>
        </p:nvSpPr>
        <p:spPr>
          <a:xfrm rot="10800000">
            <a:off x="8305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cxnSp>
        <p:nvCxnSpPr>
          <p:cNvPr id="86" name="Google Shape;86;p18"/>
          <p:cNvCxnSpPr/>
          <p:nvPr/>
        </p:nvCxnSpPr>
        <p:spPr>
          <a:xfrm>
            <a:off x="914400" y="1600200"/>
            <a:ext cx="8229600" cy="0"/>
          </a:xfrm>
          <a:prstGeom prst="straightConnector1">
            <a:avLst/>
          </a:prstGeom>
          <a:noFill/>
          <a:ln cap="flat" cmpd="sng" w="25400">
            <a:solidFill>
              <a:srgbClr val="5AD9B3"/>
            </a:solidFill>
            <a:prstDash val="solid"/>
            <a:miter lim="800000"/>
            <a:headEnd len="med" w="med" type="none"/>
            <a:tailEnd len="med" w="med" type="none"/>
          </a:ln>
        </p:spPr>
      </p:cxnSp>
      <p:cxnSp>
        <p:nvCxnSpPr>
          <p:cNvPr id="87" name="Google Shape;87;p18"/>
          <p:cNvCxnSpPr/>
          <p:nvPr/>
        </p:nvCxnSpPr>
        <p:spPr>
          <a:xfrm>
            <a:off x="0" y="5867400"/>
            <a:ext cx="8229600" cy="0"/>
          </a:xfrm>
          <a:prstGeom prst="straightConnector1">
            <a:avLst/>
          </a:prstGeom>
          <a:noFill/>
          <a:ln cap="flat" cmpd="sng" w="25400">
            <a:solidFill>
              <a:srgbClr val="5AD9B3"/>
            </a:solidFill>
            <a:prstDash val="solid"/>
            <a:miter lim="800000"/>
            <a:headEnd len="med" w="med" type="none"/>
            <a:tailEnd len="med" w="med" type="none"/>
          </a:ln>
        </p:spPr>
      </p:cxnSp>
      <p:sp>
        <p:nvSpPr>
          <p:cNvPr id="88" name="Google Shape;88;p18"/>
          <p:cNvSpPr txBox="1"/>
          <p:nvPr>
            <p:ph idx="1" type="body"/>
          </p:nvPr>
        </p:nvSpPr>
        <p:spPr>
          <a:xfrm>
            <a:off x="1371600" y="2320925"/>
            <a:ext cx="7239000" cy="2068512"/>
          </a:xfrm>
          <a:prstGeom prst="rect">
            <a:avLst/>
          </a:prstGeom>
          <a:noFill/>
          <a:ln>
            <a:noFill/>
          </a:ln>
        </p:spPr>
        <p:txBody>
          <a:bodyPr anchorCtr="0" anchor="ctr" bIns="45700" lIns="91425" spcFirstLastPara="1" rIns="91425" wrap="square" tIns="45700">
            <a:spAutoFit/>
          </a:bodyPr>
          <a:lstStyle>
            <a:lvl1pPr indent="-228600" lvl="0" marL="457200" marR="0" rtl="0" algn="l">
              <a:lnSpc>
                <a:spcPct val="90000"/>
              </a:lnSpc>
              <a:spcBef>
                <a:spcPts val="0"/>
              </a:spcBef>
              <a:spcAft>
                <a:spcPts val="0"/>
              </a:spcAft>
              <a:buSzPts val="1400"/>
              <a:buNone/>
              <a:defRPr b="1" i="0" sz="2800" u="none" cap="none" strike="noStrike">
                <a:solidFill>
                  <a:srgbClr val="000000"/>
                </a:solidFill>
                <a:latin typeface="Times New Roman"/>
                <a:ea typeface="Times New Roman"/>
                <a:cs typeface="Times New Roman"/>
                <a:sym typeface="Times New Roman"/>
              </a:defRPr>
            </a:lvl1pPr>
            <a:lvl2pPr indent="-228600" lvl="1" marL="914400" marR="0" rtl="0" algn="l">
              <a:spcBef>
                <a:spcPts val="700"/>
              </a:spcBef>
              <a:spcAft>
                <a:spcPts val="0"/>
              </a:spcAft>
              <a:buSzPts val="1400"/>
              <a:buNone/>
              <a:defRPr b="1" i="0" sz="2200" u="none" cap="none" strike="noStrike">
                <a:solidFill>
                  <a:srgbClr val="000000"/>
                </a:solidFill>
                <a:latin typeface="Times New Roman"/>
                <a:ea typeface="Times New Roman"/>
                <a:cs typeface="Times New Roman"/>
                <a:sym typeface="Times New Roman"/>
              </a:defRPr>
            </a:lvl2pPr>
            <a:lvl3pPr indent="-228600" lvl="2" marL="1371600" marR="0" rtl="0" algn="l">
              <a:spcBef>
                <a:spcPts val="55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500"/>
              </a:spcBef>
              <a:spcAft>
                <a:spcPts val="0"/>
              </a:spcAft>
              <a:buSzPts val="1400"/>
              <a:buNone/>
              <a:defRPr b="1" i="0" sz="20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500"/>
              </a:spcBef>
              <a:spcAft>
                <a:spcPts val="500"/>
              </a:spcAft>
              <a:buSzPts val="1400"/>
              <a:buNone/>
              <a:defRPr b="1" i="0" sz="2000" u="none" cap="none" strike="noStrike">
                <a:solidFill>
                  <a:schemeClr val="dk1"/>
                </a:solidFill>
                <a:latin typeface="Times New Roman"/>
                <a:ea typeface="Times New Roman"/>
                <a:cs typeface="Times New Roman"/>
                <a:sym typeface="Times New Roman"/>
              </a:defRPr>
            </a:lvl9pPr>
          </a:lstStyle>
          <a:p/>
        </p:txBody>
      </p:sp>
      <p:sp>
        <p:nvSpPr>
          <p:cNvPr id="89" name="Google Shape;89;p18"/>
          <p:cNvSpPr txBox="1"/>
          <p:nvPr/>
        </p:nvSpPr>
        <p:spPr>
          <a:xfrm>
            <a:off x="5419725" y="6577012"/>
            <a:ext cx="3686175"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r>
              <a:rPr b="0" i="0" lang="en-US" sz="1200" u="none">
                <a:solidFill>
                  <a:srgbClr val="000000"/>
                </a:solidFill>
                <a:latin typeface="Arial"/>
                <a:ea typeface="Arial"/>
                <a:cs typeface="Arial"/>
                <a:sym typeface="Arial"/>
              </a:rPr>
              <a:t> 2007 Pearson Education, Inc.  All rights reserved.</a:t>
            </a:r>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30"/>
          <p:cNvSpPr txBox="1"/>
          <p:nvPr>
            <p:ph idx="1" type="body"/>
          </p:nvPr>
        </p:nvSpPr>
        <p:spPr>
          <a:xfrm>
            <a:off x="7162800" y="1166812"/>
            <a:ext cx="1981200" cy="2109787"/>
          </a:xfrm>
          <a:prstGeom prst="rect">
            <a:avLst/>
          </a:prstGeom>
          <a:noFill/>
          <a:ln>
            <a:noFill/>
          </a:ln>
        </p:spPr>
        <p:txBody>
          <a:bodyPr anchorCtr="0" anchor="t" bIns="45700" lIns="0" spcFirstLastPara="1" rIns="0" wrap="square" tIns="45700">
            <a:spAutoFit/>
          </a:bodyPr>
          <a:lstStyle>
            <a:lvl1pPr indent="-228600" lvl="0" marL="457200" marR="0" rtl="0" algn="l">
              <a:spcBef>
                <a:spcPts val="0"/>
              </a:spcBef>
              <a:spcAft>
                <a:spcPts val="0"/>
              </a:spcAft>
              <a:buSzPts val="1400"/>
              <a:buNone/>
              <a:defRPr b="1" i="0" sz="1400" u="none" cap="none" strike="noStrike">
                <a:solidFill>
                  <a:schemeClr val="dk1"/>
                </a:solidFill>
                <a:latin typeface="Droid Sans Mono"/>
                <a:ea typeface="Droid Sans Mono"/>
                <a:cs typeface="Droid Sans Mono"/>
                <a:sym typeface="Droid Sans Mono"/>
              </a:defRPr>
            </a:lvl1pPr>
            <a:lvl2pPr indent="-228600" lvl="1" marL="914400" marR="0" rtl="0" algn="l">
              <a:spcBef>
                <a:spcPts val="1600"/>
              </a:spcBef>
              <a:spcAft>
                <a:spcPts val="0"/>
              </a:spcAft>
              <a:buSzPts val="1400"/>
              <a:buNone/>
              <a:defRPr b="0" i="0" sz="16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400"/>
              </a:spcBef>
              <a:spcAft>
                <a:spcPts val="0"/>
              </a:spcAft>
              <a:buSzPts val="1400"/>
              <a:buNone/>
              <a:defRPr b="1" i="1" sz="2000" u="none" cap="none" strike="noStrike">
                <a:solidFill>
                  <a:schemeClr val="dk1"/>
                </a:solidFill>
                <a:latin typeface="Times New Roman"/>
                <a:ea typeface="Times New Roman"/>
                <a:cs typeface="Times New Roman"/>
                <a:sym typeface="Times New Roman"/>
              </a:defRPr>
            </a:lvl9pPr>
          </a:lstStyle>
          <a:p/>
        </p:txBody>
      </p:sp>
      <p:sp>
        <p:nvSpPr>
          <p:cNvPr id="139" name="Google Shape;139;p30"/>
          <p:cNvSpPr txBox="1"/>
          <p:nvPr>
            <p:ph type="title"/>
          </p:nvPr>
        </p:nvSpPr>
        <p:spPr>
          <a:xfrm>
            <a:off x="7086600" y="152400"/>
            <a:ext cx="2057400" cy="701675"/>
          </a:xfrm>
          <a:prstGeom prst="rect">
            <a:avLst/>
          </a:prstGeom>
          <a:noFill/>
          <a:ln>
            <a:noFill/>
          </a:ln>
        </p:spPr>
        <p:txBody>
          <a:bodyPr anchorCtr="0" anchor="t" bIns="45700" lIns="91425" spcFirstLastPara="1" rIns="91425" wrap="square" tIns="45700">
            <a:spAutoFit/>
          </a:bodyPr>
          <a:lstStyle>
            <a:lvl1pPr lvl="0" marR="0" rtl="0" algn="l">
              <a:spcBef>
                <a:spcPts val="0"/>
              </a:spcBef>
              <a:spcAft>
                <a:spcPts val="0"/>
              </a:spcAft>
              <a:buSzPts val="1400"/>
              <a:buNone/>
              <a:defRPr b="0" i="0" sz="2000" u="sng"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2000" u="sng"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2000" u="sng"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2000" u="sng"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2000" u="sng"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2000" u="sng"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2000" u="sng"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2000" u="sng"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2000" u="sng" cap="none" strike="noStrike">
                <a:solidFill>
                  <a:schemeClr val="dk2"/>
                </a:solidFill>
                <a:latin typeface="Arial"/>
                <a:ea typeface="Arial"/>
                <a:cs typeface="Arial"/>
                <a:sym typeface="Arial"/>
              </a:defRPr>
            </a:lvl9pPr>
          </a:lstStyle>
          <a:p/>
        </p:txBody>
      </p:sp>
      <p:sp>
        <p:nvSpPr>
          <p:cNvPr id="140" name="Google Shape;140;p30"/>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5F7"/>
        </a:solidFill>
      </p:bgPr>
    </p:bg>
    <p:spTree>
      <p:nvGrpSpPr>
        <p:cNvPr id="180" name="Shape 180"/>
        <p:cNvGrpSpPr/>
        <p:nvPr/>
      </p:nvGrpSpPr>
      <p:grpSpPr>
        <a:xfrm>
          <a:off x="0" y="0"/>
          <a:ext cx="0" cy="0"/>
          <a:chOff x="0" y="0"/>
          <a:chExt cx="0" cy="0"/>
        </a:xfrm>
      </p:grpSpPr>
      <p:sp>
        <p:nvSpPr>
          <p:cNvPr id="181" name="Google Shape;181;p44"/>
          <p:cNvSpPr txBox="1"/>
          <p:nvPr/>
        </p:nvSpPr>
        <p:spPr>
          <a:xfrm flipH="1" rot="10800000">
            <a:off x="0" y="0"/>
            <a:ext cx="9144000" cy="1600200"/>
          </a:xfrm>
          <a:prstGeom prst="rect">
            <a:avLst/>
          </a:prstGeom>
          <a:solidFill>
            <a:srgbClr val="F9F9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182" name="Google Shape;182;p44"/>
          <p:cNvSpPr txBox="1"/>
          <p:nvPr/>
        </p:nvSpPr>
        <p:spPr>
          <a:xfrm>
            <a:off x="0" y="1600200"/>
            <a:ext cx="457200" cy="5257800"/>
          </a:xfrm>
          <a:prstGeom prst="rect">
            <a:avLst/>
          </a:prstGeom>
          <a:solidFill>
            <a:srgbClr val="A0CED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cxnSp>
        <p:nvCxnSpPr>
          <p:cNvPr id="183" name="Google Shape;183;p44"/>
          <p:cNvCxnSpPr/>
          <p:nvPr/>
        </p:nvCxnSpPr>
        <p:spPr>
          <a:xfrm rot="10800000">
            <a:off x="0" y="1600200"/>
            <a:ext cx="9144000" cy="0"/>
          </a:xfrm>
          <a:prstGeom prst="straightConnector1">
            <a:avLst/>
          </a:prstGeom>
          <a:noFill/>
          <a:ln cap="flat" cmpd="sng" w="12700">
            <a:solidFill>
              <a:srgbClr val="5F5F5F"/>
            </a:solidFill>
            <a:prstDash val="solid"/>
            <a:miter lim="800000"/>
            <a:headEnd len="med" w="med" type="none"/>
            <a:tailEnd len="med" w="med" type="none"/>
          </a:ln>
        </p:spPr>
      </p:cxnSp>
      <p:sp>
        <p:nvSpPr>
          <p:cNvPr id="184" name="Google Shape;184;p44"/>
          <p:cNvSpPr txBox="1"/>
          <p:nvPr>
            <p:ph type="title"/>
          </p:nvPr>
        </p:nvSpPr>
        <p:spPr>
          <a:xfrm>
            <a:off x="-6999287" y="889000"/>
            <a:ext cx="17162463" cy="1390650"/>
          </a:xfrm>
          <a:prstGeom prst="rect">
            <a:avLst/>
          </a:prstGeom>
          <a:solidFill>
            <a:srgbClr val="FDC382"/>
          </a:solidFill>
          <a:ln>
            <a:noFill/>
          </a:ln>
          <a:effectLst>
            <a:outerShdw blurRad="63500" dir="2212194" dist="63500">
              <a:srgbClr val="5F5F5F"/>
            </a:outerShdw>
          </a:effectLst>
        </p:spPr>
        <p:txBody>
          <a:bodyPr anchorCtr="0" anchor="ctr" bIns="0" lIns="182875" spcFirstLastPara="1" rIns="182875" wrap="square" tIns="0">
            <a:spAutoFit/>
          </a:bodyPr>
          <a:lstStyle>
            <a:lvl1pPr lvl="0"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1pPr>
            <a:lvl2pPr lvl="1"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2pPr>
            <a:lvl3pPr lvl="2"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3pPr>
            <a:lvl4pPr lvl="3"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4pPr>
            <a:lvl5pPr lvl="4"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5pPr>
            <a:lvl6pPr lvl="5"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6pPr>
            <a:lvl7pPr lvl="6"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7pPr>
            <a:lvl8pPr lvl="7"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8pPr>
            <a:lvl9pPr lvl="8" marR="0" rtl="0" algn="ctr">
              <a:lnSpc>
                <a:spcPct val="95000"/>
              </a:lnSpc>
              <a:spcBef>
                <a:spcPts val="0"/>
              </a:spcBef>
              <a:spcAft>
                <a:spcPts val="0"/>
              </a:spcAft>
              <a:buSzPts val="1400"/>
              <a:buNone/>
              <a:defRPr b="1" i="0" sz="9600" u="none" cap="none" strike="noStrike">
                <a:solidFill>
                  <a:schemeClr val="lt1"/>
                </a:solidFill>
                <a:latin typeface="Arial"/>
                <a:ea typeface="Arial"/>
                <a:cs typeface="Arial"/>
                <a:sym typeface="Arial"/>
              </a:defRPr>
            </a:lvl9pPr>
          </a:lstStyle>
          <a:p/>
        </p:txBody>
      </p:sp>
      <p:sp>
        <p:nvSpPr>
          <p:cNvPr id="185" name="Google Shape;185;p44"/>
          <p:cNvSpPr txBox="1"/>
          <p:nvPr>
            <p:ph idx="1" type="body"/>
          </p:nvPr>
        </p:nvSpPr>
        <p:spPr>
          <a:xfrm>
            <a:off x="914400" y="2514600"/>
            <a:ext cx="7315200" cy="3771900"/>
          </a:xfrm>
          <a:prstGeom prst="rect">
            <a:avLst/>
          </a:prstGeom>
          <a:noFill/>
          <a:ln>
            <a:noFill/>
          </a:ln>
        </p:spPr>
        <p:txBody>
          <a:bodyPr anchorCtr="0" anchor="ctr" bIns="45700" lIns="91425" spcFirstLastPara="1" rIns="91425" wrap="square" tIns="45700">
            <a:spAutoFit/>
          </a:bodyPr>
          <a:lstStyle>
            <a:lvl1pPr indent="-228600" lvl="0" marL="457200" marR="0" rtl="0" algn="ctr">
              <a:lnSpc>
                <a:spcPct val="95000"/>
              </a:lnSpc>
              <a:spcBef>
                <a:spcPts val="0"/>
              </a:spcBef>
              <a:spcAft>
                <a:spcPts val="0"/>
              </a:spcAft>
              <a:buSzPts val="1400"/>
              <a:buNone/>
              <a:defRPr b="1" i="0" sz="6000" u="none" cap="none" strike="noStrike">
                <a:solidFill>
                  <a:srgbClr val="4F87C6"/>
                </a:solidFill>
                <a:latin typeface="Arial"/>
                <a:ea typeface="Arial"/>
                <a:cs typeface="Arial"/>
                <a:sym typeface="Arial"/>
              </a:defRPr>
            </a:lvl1pPr>
            <a:lvl2pPr indent="-228600" lvl="1" marL="914400" marR="0" rtl="0" algn="ctr">
              <a:lnSpc>
                <a:spcPct val="95000"/>
              </a:lnSpc>
              <a:spcBef>
                <a:spcPts val="1200"/>
              </a:spcBef>
              <a:spcAft>
                <a:spcPts val="0"/>
              </a:spcAft>
              <a:buSzPts val="1400"/>
              <a:buNone/>
              <a:defRPr b="1" i="1" sz="4000" u="none" cap="none" strike="noStrike">
                <a:solidFill>
                  <a:schemeClr val="dk1"/>
                </a:solidFill>
                <a:latin typeface="Arial"/>
                <a:ea typeface="Arial"/>
                <a:cs typeface="Arial"/>
                <a:sym typeface="Arial"/>
              </a:defRPr>
            </a:lvl2pPr>
            <a:lvl3pPr indent="-228600" lvl="2" marL="1371600" marR="0" rtl="0" algn="l">
              <a:lnSpc>
                <a:spcPct val="95000"/>
              </a:lnSpc>
              <a:spcBef>
                <a:spcPts val="800"/>
              </a:spcBef>
              <a:spcAft>
                <a:spcPts val="0"/>
              </a:spcAft>
              <a:buSzPts val="1400"/>
              <a:buNone/>
              <a:defRPr b="0" i="0" sz="2400" u="none" cap="none" strike="noStrike">
                <a:solidFill>
                  <a:schemeClr val="dk1"/>
                </a:solidFill>
                <a:latin typeface="Arial"/>
                <a:ea typeface="Arial"/>
                <a:cs typeface="Arial"/>
                <a:sym typeface="Arial"/>
              </a:defRPr>
            </a:lvl3pPr>
            <a:lvl4pPr indent="-228600" lvl="3" marL="1828800" marR="0" rtl="0" algn="l">
              <a:lnSpc>
                <a:spcPct val="95000"/>
              </a:lnSpc>
              <a:spcBef>
                <a:spcPts val="480"/>
              </a:spcBef>
              <a:spcAft>
                <a:spcPts val="0"/>
              </a:spcAft>
              <a:buSzPts val="1400"/>
              <a:buNone/>
              <a:defRPr b="0" i="0" sz="2000" u="none" cap="none" strike="noStrike">
                <a:solidFill>
                  <a:schemeClr val="dk1"/>
                </a:solidFill>
                <a:latin typeface="Arial"/>
                <a:ea typeface="Arial"/>
                <a:cs typeface="Arial"/>
                <a:sym typeface="Arial"/>
              </a:defRPr>
            </a:lvl4pPr>
            <a:lvl5pPr indent="-228600" lvl="4" marL="22860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5pPr>
            <a:lvl6pPr indent="-228600" lvl="5" marL="27432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6pPr>
            <a:lvl7pPr indent="-228600" lvl="6" marL="32004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7pPr>
            <a:lvl8pPr indent="-228600" lvl="7" marL="3657600" marR="0" rtl="0" algn="l">
              <a:lnSpc>
                <a:spcPct val="95000"/>
              </a:lnSpc>
              <a:spcBef>
                <a:spcPts val="400"/>
              </a:spcBef>
              <a:spcAft>
                <a:spcPts val="0"/>
              </a:spcAft>
              <a:buSzPts val="1400"/>
              <a:buNone/>
              <a:defRPr b="0" i="0" sz="2000" u="none" cap="none" strike="noStrike">
                <a:solidFill>
                  <a:schemeClr val="dk1"/>
                </a:solidFill>
                <a:latin typeface="Arial"/>
                <a:ea typeface="Arial"/>
                <a:cs typeface="Arial"/>
                <a:sym typeface="Arial"/>
              </a:defRPr>
            </a:lvl8pPr>
            <a:lvl9pPr indent="-228600" lvl="8" marL="4114800" marR="0" rtl="0" algn="l">
              <a:lnSpc>
                <a:spcPct val="95000"/>
              </a:lnSpc>
              <a:spcBef>
                <a:spcPts val="400"/>
              </a:spcBef>
              <a:spcAft>
                <a:spcPts val="400"/>
              </a:spcAft>
              <a:buSzPts val="1400"/>
              <a:buNone/>
              <a:defRPr b="0" i="0" sz="2000" u="none" cap="none" strike="noStrike">
                <a:solidFill>
                  <a:schemeClr val="dk1"/>
                </a:solidFill>
                <a:latin typeface="Arial"/>
                <a:ea typeface="Arial"/>
                <a:cs typeface="Arial"/>
                <a:sym typeface="Arial"/>
              </a:defRPr>
            </a:lvl9pPr>
          </a:lstStyle>
          <a:p/>
        </p:txBody>
      </p:sp>
      <p:sp>
        <p:nvSpPr>
          <p:cNvPr id="186" name="Google Shape;186;p44"/>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187" name="Google Shape;187;p44"/>
          <p:cNvSpPr txBox="1"/>
          <p:nvPr/>
        </p:nvSpPr>
        <p:spPr>
          <a:xfrm>
            <a:off x="5419725" y="6577012"/>
            <a:ext cx="3686175"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r>
              <a:rPr b="0" i="0" lang="en-US" sz="1200" u="none">
                <a:solidFill>
                  <a:srgbClr val="000000"/>
                </a:solidFill>
                <a:latin typeface="Arial"/>
                <a:ea typeface="Arial"/>
                <a:cs typeface="Arial"/>
                <a:sym typeface="Arial"/>
              </a:rPr>
              <a:t> 2007 Pearson Education, Inc.  All rights reserved.</a:t>
            </a:r>
            <a:endParaRPr/>
          </a:p>
        </p:txBody>
      </p:sp>
      <p:sp>
        <p:nvSpPr>
          <p:cNvPr id="188" name="Google Shape;188;p44"/>
          <p:cNvSpPr/>
          <p:nvPr/>
        </p:nvSpPr>
        <p:spPr>
          <a:xfrm>
            <a:off x="8686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189" name="Google Shape;189;p44"/>
          <p:cNvSpPr/>
          <p:nvPr/>
        </p:nvSpPr>
        <p:spPr>
          <a:xfrm rot="10800000">
            <a:off x="8305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67B4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CED6"/>
        </a:solidFill>
      </p:bgPr>
    </p:bg>
    <p:spTree>
      <p:nvGrpSpPr>
        <p:cNvPr id="233" name="Shape 233"/>
        <p:cNvGrpSpPr/>
        <p:nvPr/>
      </p:nvGrpSpPr>
      <p:grpSpPr>
        <a:xfrm>
          <a:off x="0" y="0"/>
          <a:ext cx="0" cy="0"/>
          <a:chOff x="0" y="0"/>
          <a:chExt cx="0" cy="0"/>
        </a:xfrm>
      </p:grpSpPr>
      <p:sp>
        <p:nvSpPr>
          <p:cNvPr id="234" name="Google Shape;234;p55"/>
          <p:cNvSpPr txBox="1"/>
          <p:nvPr/>
        </p:nvSpPr>
        <p:spPr>
          <a:xfrm flipH="1" rot="10800000">
            <a:off x="0" y="0"/>
            <a:ext cx="9144000" cy="457200"/>
          </a:xfrm>
          <a:prstGeom prst="rect">
            <a:avLst/>
          </a:prstGeom>
          <a:solidFill>
            <a:srgbClr val="F9F9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235" name="Google Shape;235;p55"/>
          <p:cNvSpPr txBox="1"/>
          <p:nvPr/>
        </p:nvSpPr>
        <p:spPr>
          <a:xfrm>
            <a:off x="0" y="457200"/>
            <a:ext cx="914400" cy="6400800"/>
          </a:xfrm>
          <a:prstGeom prst="rect">
            <a:avLst/>
          </a:prstGeom>
          <a:solidFill>
            <a:srgbClr val="F0F5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cxnSp>
        <p:nvCxnSpPr>
          <p:cNvPr id="236" name="Google Shape;236;p55"/>
          <p:cNvCxnSpPr/>
          <p:nvPr/>
        </p:nvCxnSpPr>
        <p:spPr>
          <a:xfrm rot="10800000">
            <a:off x="0" y="457200"/>
            <a:ext cx="9144000" cy="0"/>
          </a:xfrm>
          <a:prstGeom prst="straightConnector1">
            <a:avLst/>
          </a:prstGeom>
          <a:noFill/>
          <a:ln cap="flat" cmpd="sng" w="12700">
            <a:solidFill>
              <a:srgbClr val="5F5F5F"/>
            </a:solidFill>
            <a:prstDash val="solid"/>
            <a:miter lim="800000"/>
            <a:headEnd len="med" w="med" type="none"/>
            <a:tailEnd len="med" w="med" type="none"/>
          </a:ln>
        </p:spPr>
      </p:cxnSp>
      <p:sp>
        <p:nvSpPr>
          <p:cNvPr id="237" name="Google Shape;237;p55"/>
          <p:cNvSpPr txBox="1"/>
          <p:nvPr>
            <p:ph idx="1" type="body"/>
          </p:nvPr>
        </p:nvSpPr>
        <p:spPr>
          <a:xfrm>
            <a:off x="1219200" y="762000"/>
            <a:ext cx="7772400" cy="2097087"/>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5000"/>
              </a:lnSpc>
              <a:spcBef>
                <a:spcPts val="0"/>
              </a:spcBef>
              <a:spcAft>
                <a:spcPts val="0"/>
              </a:spcAft>
              <a:buSzPts val="1400"/>
              <a:buNone/>
              <a:defRPr b="1" i="1" sz="2800" u="none" cap="none" strike="noStrike">
                <a:solidFill>
                  <a:schemeClr val="dk1"/>
                </a:solidFill>
                <a:latin typeface="Times New Roman"/>
                <a:ea typeface="Times New Roman"/>
                <a:cs typeface="Times New Roman"/>
                <a:sym typeface="Times New Roman"/>
              </a:defRPr>
            </a:lvl1pPr>
            <a:lvl2pPr indent="-368300" lvl="1" marL="914400" marR="0" rtl="0" algn="l">
              <a:lnSpc>
                <a:spcPct val="95000"/>
              </a:lnSpc>
              <a:spcBef>
                <a:spcPts val="560"/>
              </a:spcBef>
              <a:spcAft>
                <a:spcPts val="0"/>
              </a:spcAft>
              <a:buClr>
                <a:schemeClr val="dk1"/>
              </a:buClr>
              <a:buSzPts val="2200"/>
              <a:buFont typeface="Arial"/>
              <a:buChar char="—"/>
              <a:defRPr b="1" i="0" sz="22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66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38" name="Google Shape;238;p55"/>
          <p:cNvSpPr txBox="1"/>
          <p:nvPr>
            <p:ph idx="12" type="sldNum"/>
          </p:nvPr>
        </p:nvSpPr>
        <p:spPr>
          <a:xfrm>
            <a:off x="7010400" y="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239" name="Google Shape;239;p55"/>
          <p:cNvSpPr txBox="1"/>
          <p:nvPr>
            <p:ph type="title"/>
          </p:nvPr>
        </p:nvSpPr>
        <p:spPr>
          <a:xfrm>
            <a:off x="0" y="0"/>
            <a:ext cx="6705600" cy="609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1" i="0" sz="1400" u="none" cap="none" strike="noStrike">
                <a:solidFill>
                  <a:schemeClr val="lt1"/>
                </a:solidFill>
                <a:latin typeface="Arial"/>
                <a:ea typeface="Arial"/>
                <a:cs typeface="Arial"/>
                <a:sym typeface="Arial"/>
              </a:defRPr>
            </a:lvl9pPr>
          </a:lstStyle>
          <a:p/>
        </p:txBody>
      </p:sp>
      <p:sp>
        <p:nvSpPr>
          <p:cNvPr id="240" name="Google Shape;240;p55"/>
          <p:cNvSpPr/>
          <p:nvPr/>
        </p:nvSpPr>
        <p:spPr>
          <a:xfrm>
            <a:off x="8686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F0F5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241" name="Google Shape;241;p55"/>
          <p:cNvSpPr/>
          <p:nvPr/>
        </p:nvSpPr>
        <p:spPr>
          <a:xfrm rot="10800000">
            <a:off x="8305800" y="6324600"/>
            <a:ext cx="304800" cy="228600"/>
          </a:xfrm>
          <a:custGeom>
            <a:rect b="b" l="l" r="r" t="t"/>
            <a:pathLst>
              <a:path extrusionOk="0" h="120000" w="120000">
                <a:moveTo>
                  <a:pt x="0" y="0"/>
                </a:moveTo>
                <a:lnTo>
                  <a:pt x="120000" y="0"/>
                </a:lnTo>
                <a:lnTo>
                  <a:pt x="120000" y="120000"/>
                </a:lnTo>
                <a:lnTo>
                  <a:pt x="0" y="120000"/>
                </a:lnTo>
                <a:close/>
                <a:moveTo>
                  <a:pt x="93750" y="60000"/>
                </a:moveTo>
                <a:lnTo>
                  <a:pt x="26250" y="15000"/>
                </a:lnTo>
                <a:lnTo>
                  <a:pt x="26250" y="105000"/>
                </a:lnTo>
                <a:close/>
              </a:path>
              <a:path extrusionOk="0" fill="darken" h="120000" w="120000">
                <a:moveTo>
                  <a:pt x="93750" y="60000"/>
                </a:moveTo>
                <a:lnTo>
                  <a:pt x="26250" y="15000"/>
                </a:lnTo>
                <a:lnTo>
                  <a:pt x="26250" y="105000"/>
                </a:lnTo>
                <a:close/>
              </a:path>
              <a:path extrusionOk="0" fill="none" h="120000" w="120000">
                <a:moveTo>
                  <a:pt x="93750" y="60000"/>
                </a:moveTo>
                <a:lnTo>
                  <a:pt x="26250" y="105000"/>
                </a:lnTo>
                <a:lnTo>
                  <a:pt x="26250" y="15000"/>
                </a:lnTo>
                <a:close/>
              </a:path>
              <a:path extrusionOk="0" fill="none" h="120000" w="120000">
                <a:moveTo>
                  <a:pt x="0" y="0"/>
                </a:moveTo>
                <a:lnTo>
                  <a:pt x="120000" y="0"/>
                </a:lnTo>
                <a:lnTo>
                  <a:pt x="120000" y="120000"/>
                </a:lnTo>
                <a:lnTo>
                  <a:pt x="0" y="120000"/>
                </a:lnTo>
                <a:close/>
              </a:path>
            </a:pathLst>
          </a:custGeom>
          <a:solidFill>
            <a:srgbClr val="F0F5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242" name="Google Shape;242;p55"/>
          <p:cNvSpPr txBox="1"/>
          <p:nvPr/>
        </p:nvSpPr>
        <p:spPr>
          <a:xfrm>
            <a:off x="5419725" y="6577012"/>
            <a:ext cx="3686175"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r>
              <a:rPr b="0" i="0" lang="en-US" sz="1200" u="none">
                <a:solidFill>
                  <a:srgbClr val="000000"/>
                </a:solidFill>
                <a:latin typeface="Arial"/>
                <a:ea typeface="Arial"/>
                <a:cs typeface="Arial"/>
                <a:sym typeface="Arial"/>
              </a:rPr>
              <a:t> 2007 Pearson Education, Inc.  All rights reserved.</a:t>
            </a:r>
            <a:endParaRPr/>
          </a:p>
        </p:txBody>
      </p:sp>
    </p:spTree>
  </p:cSld>
  <p:clrMap accent1="accent1" accent2="accent2" accent3="accent3" accent4="accent4" accent5="accent5" accent6="accent6" bg1="lt1" bg2="dk2" tx1="dk1" tx2="lt2" folHlink="folHlink" hlink="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 Id="rId3"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 Id="rId3" Type="http://schemas.openxmlformats.org/officeDocument/2006/relationships/image" Target="../media/image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8.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4.xml"/><Relationship Id="rId3" Type="http://schemas.openxmlformats.org/officeDocument/2006/relationships/image" Target="../media/image3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5.xml"/><Relationship Id="rId3" Type="http://schemas.openxmlformats.org/officeDocument/2006/relationships/image" Target="../media/image4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6.xml"/><Relationship Id="rId3"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7.xml"/><Relationship Id="rId3"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8.xml"/><Relationship Id="rId3" Type="http://schemas.openxmlformats.org/officeDocument/2006/relationships/image" Target="../media/image2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7.xml"/><Relationship Id="rId3" Type="http://schemas.openxmlformats.org/officeDocument/2006/relationships/image" Target="../media/image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8.xml"/><Relationship Id="rId3" Type="http://schemas.openxmlformats.org/officeDocument/2006/relationships/image" Target="../media/image2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9.xml"/><Relationship Id="rId3" Type="http://schemas.openxmlformats.org/officeDocument/2006/relationships/image" Target="../media/image3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0.xml"/><Relationship Id="rId3" Type="http://schemas.openxmlformats.org/officeDocument/2006/relationships/image" Target="../media/image3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1.xml"/><Relationship Id="rId3" Type="http://schemas.openxmlformats.org/officeDocument/2006/relationships/image" Target="../media/image3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4.xml"/><Relationship Id="rId3" Type="http://schemas.openxmlformats.org/officeDocument/2006/relationships/image" Target="../media/image3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5.xml"/><Relationship Id="rId3" Type="http://schemas.openxmlformats.org/officeDocument/2006/relationships/image" Target="../media/image3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6.xml"/><Relationship Id="rId3"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7.xml"/><Relationship Id="rId3" Type="http://schemas.openxmlformats.org/officeDocument/2006/relationships/image" Target="../media/image4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8.xml"/><Relationship Id="rId3" Type="http://schemas.openxmlformats.org/officeDocument/2006/relationships/image" Target="../media/image3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9.xml"/><Relationship Id="rId3" Type="http://schemas.openxmlformats.org/officeDocument/2006/relationships/image" Target="../media/image4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0.xml"/><Relationship Id="rId3" Type="http://schemas.openxmlformats.org/officeDocument/2006/relationships/image" Target="../media/image4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1.xml"/><Relationship Id="rId3" Type="http://schemas.openxmlformats.org/officeDocument/2006/relationships/image" Target="../media/image4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a:p>
        </p:txBody>
      </p:sp>
      <p:sp>
        <p:nvSpPr>
          <p:cNvPr id="296" name="Google Shape;296;p67"/>
          <p:cNvSpPr txBox="1"/>
          <p:nvPr>
            <p:ph idx="1" type="body"/>
          </p:nvPr>
        </p:nvSpPr>
        <p:spPr>
          <a:xfrm>
            <a:off x="914400" y="2312987"/>
            <a:ext cx="7315200" cy="2392362"/>
          </a:xfrm>
          <a:prstGeom prst="rect">
            <a:avLst/>
          </a:prstGeom>
          <a:noFill/>
          <a:ln>
            <a:noFill/>
          </a:ln>
        </p:spPr>
        <p:txBody>
          <a:bodyPr anchorCtr="0" anchor="ctr" bIns="45700" lIns="91425" spcFirstLastPara="1" rIns="91425" wrap="square" tIns="45700">
            <a:spAutoFit/>
          </a:bodyPr>
          <a:lstStyle/>
          <a:p>
            <a:pPr indent="-342900" lvl="0" marL="342900" rtl="0" algn="ctr">
              <a:lnSpc>
                <a:spcPct val="95000"/>
              </a:lnSpc>
              <a:spcBef>
                <a:spcPts val="0"/>
              </a:spcBef>
              <a:spcAft>
                <a:spcPts val="0"/>
              </a:spcAft>
              <a:buClr>
                <a:srgbClr val="4F87C6"/>
              </a:buClr>
              <a:buSzPts val="6000"/>
              <a:buFont typeface="Arial"/>
              <a:buNone/>
            </a:pPr>
            <a:r>
              <a:rPr b="1" i="0" lang="en-US" sz="6000" u="none">
                <a:solidFill>
                  <a:srgbClr val="4F87C6"/>
                </a:solidFill>
                <a:latin typeface="Arial"/>
                <a:ea typeface="Arial"/>
                <a:cs typeface="Arial"/>
                <a:sym typeface="Arial"/>
              </a:rPr>
              <a:t>Pointers</a:t>
            </a:r>
            <a:endParaRPr/>
          </a:p>
          <a:p>
            <a:pPr indent="-342900" lvl="0" marL="342900" rtl="0" algn="ctr">
              <a:lnSpc>
                <a:spcPct val="95000"/>
              </a:lnSpc>
              <a:spcBef>
                <a:spcPts val="1200"/>
              </a:spcBef>
              <a:spcAft>
                <a:spcPts val="0"/>
              </a:spcAft>
              <a:buClr>
                <a:srgbClr val="4F87C6"/>
              </a:buClr>
              <a:buSzPts val="6000"/>
              <a:buFont typeface="Arial"/>
              <a:buNone/>
            </a:pPr>
            <a:r>
              <a:t/>
            </a:r>
            <a:endParaRPr b="1" i="0" sz="6000" u="none">
              <a:solidFill>
                <a:srgbClr val="4F87C6"/>
              </a:solidFill>
              <a:latin typeface="Arial"/>
              <a:ea typeface="Arial"/>
              <a:cs typeface="Arial"/>
              <a:sym typeface="Arial"/>
            </a:endParaRPr>
          </a:p>
          <a:p>
            <a:pPr indent="-342900" lvl="0" marL="342900" rtl="0" algn="ctr">
              <a:lnSpc>
                <a:spcPct val="95000"/>
              </a:lnSpc>
              <a:spcBef>
                <a:spcPts val="1200"/>
              </a:spcBef>
              <a:spcAft>
                <a:spcPts val="0"/>
              </a:spcAft>
              <a:buNone/>
            </a:pPr>
            <a:r>
              <a:t/>
            </a:r>
            <a:endParaRPr b="1" i="0" sz="6000" u="none">
              <a:solidFill>
                <a:srgbClr val="4F87C6"/>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a:p>
        </p:txBody>
      </p:sp>
      <p:sp>
        <p:nvSpPr>
          <p:cNvPr id="303" name="Google Shape;303;p6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7.1 Introduction</a:t>
            </a:r>
            <a:endParaRPr/>
          </a:p>
        </p:txBody>
      </p:sp>
      <p:sp>
        <p:nvSpPr>
          <p:cNvPr id="304" name="Google Shape;304;p68"/>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Pointers </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Powerful, but difficult to master</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Simulate call-by-reference </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Close relationship with arrays and strings</a:t>
            </a:r>
            <a:endParaRPr/>
          </a:p>
          <a:p>
            <a:pPr indent="-88900" lvl="0" marL="228600" rtl="0" algn="l">
              <a:spcBef>
                <a:spcPts val="550"/>
              </a:spcBef>
              <a:spcAft>
                <a:spcPts val="0"/>
              </a:spcAft>
              <a:buSzPts val="2200"/>
              <a:buNone/>
            </a:pPr>
            <a:r>
              <a:t/>
            </a:r>
            <a:endParaRPr b="1" i="0" sz="22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6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a:p>
        </p:txBody>
      </p:sp>
      <p:sp>
        <p:nvSpPr>
          <p:cNvPr id="311" name="Google Shape;311;p6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7.2 Pointer Variable Definitions and Initialization</a:t>
            </a:r>
            <a:endParaRPr/>
          </a:p>
        </p:txBody>
      </p:sp>
      <p:sp>
        <p:nvSpPr>
          <p:cNvPr id="312" name="Google Shape;312;p69"/>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 variables</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Contain memory addresses as their values</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Normal variables contain a specific value (direct reference)</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Pointers contain address of a variable that has a specific value (indirect reference)</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Indirection – referencing a pointer value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7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descr="AAEMZIQ0" id="319" name="Google Shape;319;p70"/>
          <p:cNvPicPr preferRelativeResize="0"/>
          <p:nvPr/>
        </p:nvPicPr>
        <p:blipFill rotWithShape="1">
          <a:blip r:embed="rId3">
            <a:alphaModFix/>
          </a:blip>
          <a:srcRect b="0" l="0" r="0" t="0"/>
          <a:stretch/>
        </p:blipFill>
        <p:spPr>
          <a:xfrm>
            <a:off x="228600" y="381000"/>
            <a:ext cx="8610600" cy="5181600"/>
          </a:xfrm>
          <a:prstGeom prst="rect">
            <a:avLst/>
          </a:prstGeom>
          <a:noFill/>
          <a:ln>
            <a:noFill/>
          </a:ln>
        </p:spPr>
      </p:pic>
      <p:sp>
        <p:nvSpPr>
          <p:cNvPr id="320" name="Google Shape;320;p70"/>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7.1</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Directly and indirectly referencing a variable.</a:t>
            </a:r>
            <a:r>
              <a:rPr b="0" i="0" lang="en-US" sz="1600" u="none">
                <a:solidFill>
                  <a:schemeClr val="dk1"/>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7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27" name="Google Shape;327;p7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7.2 Pointer Variable Definitions and Initialization</a:t>
            </a:r>
            <a:endParaRPr/>
          </a:p>
        </p:txBody>
      </p:sp>
      <p:sp>
        <p:nvSpPr>
          <p:cNvPr id="328" name="Google Shape;328;p71"/>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 definitions</a:t>
            </a:r>
            <a:endParaRPr/>
          </a:p>
          <a:p>
            <a:pPr indent="-290512" lvl="1" marL="747712" rtl="0" algn="l">
              <a:lnSpc>
                <a:spcPct val="100000"/>
              </a:lnSpc>
              <a:spcBef>
                <a:spcPts val="700"/>
              </a:spcBef>
              <a:spcAft>
                <a:spcPts val="0"/>
              </a:spcAft>
              <a:buClr>
                <a:srgbClr val="4F87C6"/>
              </a:buClr>
              <a:buSzPts val="2200"/>
              <a:buFont typeface="Arial"/>
              <a:buChar char="–"/>
            </a:pPr>
            <a:r>
              <a:rPr b="0" i="0" lang="en-US" sz="2200" u="none">
                <a:solidFill>
                  <a:srgbClr val="000000"/>
                </a:solidFill>
                <a:latin typeface="Courier New"/>
                <a:ea typeface="Courier New"/>
                <a:cs typeface="Courier New"/>
                <a:sym typeface="Courier New"/>
              </a:rPr>
              <a:t>*</a:t>
            </a:r>
            <a:r>
              <a:rPr b="1" i="0" lang="en-US" sz="2200" u="none">
                <a:solidFill>
                  <a:srgbClr val="000000"/>
                </a:solidFill>
                <a:latin typeface="Times New Roman"/>
                <a:ea typeface="Times New Roman"/>
                <a:cs typeface="Times New Roman"/>
                <a:sym typeface="Times New Roman"/>
              </a:rPr>
              <a:t> used with pointer variables</a:t>
            </a:r>
            <a:endParaRPr/>
          </a:p>
          <a:p>
            <a:pPr indent="-290511" lvl="3" marL="1662111"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int *myPtr;</a:t>
            </a:r>
            <a:r>
              <a:rPr b="1" i="0" lang="en-US" sz="2000" u="none">
                <a:solidFill>
                  <a:schemeClr val="dk1"/>
                </a:solidFill>
                <a:latin typeface="Times New Roman"/>
                <a:ea typeface="Times New Roman"/>
                <a:cs typeface="Times New Roman"/>
                <a:sym typeface="Times New Roman"/>
              </a:rPr>
              <a:t> </a:t>
            </a:r>
            <a:endParaRPr/>
          </a:p>
          <a:p>
            <a:pPr indent="-290512" lvl="1" marL="747712" rtl="0" algn="l">
              <a:lnSpc>
                <a:spcPct val="100000"/>
              </a:lnSpc>
              <a:spcBef>
                <a:spcPts val="5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Defines a pointer to an </a:t>
            </a:r>
            <a:r>
              <a:rPr b="1" i="0" lang="en-US" sz="2000" u="none">
                <a:solidFill>
                  <a:srgbClr val="000000"/>
                </a:solidFill>
                <a:latin typeface="Droid Sans Mono"/>
                <a:ea typeface="Droid Sans Mono"/>
                <a:cs typeface="Droid Sans Mono"/>
                <a:sym typeface="Droid Sans Mono"/>
              </a:rPr>
              <a:t>int</a:t>
            </a:r>
            <a:r>
              <a:rPr b="1" i="0" lang="en-US" sz="2200" u="none">
                <a:solidFill>
                  <a:srgbClr val="000000"/>
                </a:solidFill>
                <a:latin typeface="Times New Roman"/>
                <a:ea typeface="Times New Roman"/>
                <a:cs typeface="Times New Roman"/>
                <a:sym typeface="Times New Roman"/>
              </a:rPr>
              <a:t> (pointer of type </a:t>
            </a:r>
            <a:r>
              <a:rPr b="1" i="0" lang="en-US" sz="2000" u="none">
                <a:solidFill>
                  <a:srgbClr val="000000"/>
                </a:solidFill>
                <a:latin typeface="Droid Sans Mono"/>
                <a:ea typeface="Droid Sans Mono"/>
                <a:cs typeface="Droid Sans Mono"/>
                <a:sym typeface="Droid Sans Mono"/>
              </a:rPr>
              <a:t>int *)</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Multiple pointers require using a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before each variable definition</a:t>
            </a:r>
            <a:endParaRPr/>
          </a:p>
          <a:p>
            <a:pPr indent="-290511" lvl="3" marL="1662111"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int *myPtr1, *myPtr2;</a:t>
            </a:r>
            <a:endParaRPr/>
          </a:p>
          <a:p>
            <a:pPr indent="-290512" lvl="1" marL="747712" rtl="0" algn="l">
              <a:lnSpc>
                <a:spcPct val="100000"/>
              </a:lnSpc>
              <a:spcBef>
                <a:spcPts val="4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Can define pointers to any data type</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Initialize pointers to </a:t>
            </a:r>
            <a:r>
              <a:rPr b="1" i="0" lang="en-US" sz="2000" u="none">
                <a:solidFill>
                  <a:srgbClr val="000000"/>
                </a:solidFill>
                <a:latin typeface="Droid Sans Mono"/>
                <a:ea typeface="Droid Sans Mono"/>
                <a:cs typeface="Droid Sans Mono"/>
                <a:sym typeface="Droid Sans Mono"/>
              </a:rPr>
              <a:t>0</a:t>
            </a:r>
            <a:r>
              <a:rPr b="1" i="0" lang="en-US" sz="2200" u="none">
                <a:solidFill>
                  <a:srgbClr val="000000"/>
                </a:solidFill>
                <a:latin typeface="Times New Roman"/>
                <a:ea typeface="Times New Roman"/>
                <a:cs typeface="Times New Roman"/>
                <a:sym typeface="Times New Roman"/>
              </a:rPr>
              <a:t>, </a:t>
            </a:r>
            <a:r>
              <a:rPr b="1" i="0" lang="en-US" sz="2000" u="none">
                <a:solidFill>
                  <a:srgbClr val="000000"/>
                </a:solidFill>
                <a:latin typeface="Droid Sans Mono"/>
                <a:ea typeface="Droid Sans Mono"/>
                <a:cs typeface="Droid Sans Mono"/>
                <a:sym typeface="Droid Sans Mono"/>
              </a:rPr>
              <a:t>NULL</a:t>
            </a:r>
            <a:r>
              <a:rPr b="1" i="0" lang="en-US" sz="2200" u="none">
                <a:solidFill>
                  <a:srgbClr val="000000"/>
                </a:solidFill>
                <a:latin typeface="Times New Roman"/>
                <a:ea typeface="Times New Roman"/>
                <a:cs typeface="Times New Roman"/>
                <a:sym typeface="Times New Roman"/>
              </a:rPr>
              <a:t>, or an address</a:t>
            </a:r>
            <a:endParaRPr/>
          </a:p>
          <a:p>
            <a:pPr indent="-228600" lvl="2" marL="1143000" rtl="0" algn="l">
              <a:lnSpc>
                <a:spcPct val="100000"/>
              </a:lnSpc>
              <a:spcBef>
                <a:spcPts val="550"/>
              </a:spcBef>
              <a:spcAft>
                <a:spcPts val="0"/>
              </a:spcAft>
              <a:buClr>
                <a:srgbClr val="4F87C6"/>
              </a:buClr>
              <a:buSzPts val="1800"/>
              <a:buFont typeface="Arial"/>
              <a:buChar char="-"/>
            </a:pPr>
            <a:r>
              <a:rPr b="1" i="0" lang="en-US" sz="1800" u="none">
                <a:solidFill>
                  <a:schemeClr val="dk1"/>
                </a:solidFill>
                <a:latin typeface="Droid Sans Mono"/>
                <a:ea typeface="Droid Sans Mono"/>
                <a:cs typeface="Droid Sans Mono"/>
                <a:sym typeface="Droid Sans Mono"/>
              </a:rPr>
              <a:t>0</a:t>
            </a:r>
            <a:r>
              <a:rPr b="1" i="0" lang="en-US" sz="2000" u="none">
                <a:solidFill>
                  <a:schemeClr val="dk1"/>
                </a:solidFill>
                <a:latin typeface="Times New Roman"/>
                <a:ea typeface="Times New Roman"/>
                <a:cs typeface="Times New Roman"/>
                <a:sym typeface="Times New Roman"/>
              </a:rPr>
              <a:t> or </a:t>
            </a:r>
            <a:r>
              <a:rPr b="1" i="0" lang="en-US" sz="1800" u="none">
                <a:solidFill>
                  <a:schemeClr val="dk1"/>
                </a:solidFill>
                <a:latin typeface="Droid Sans Mono"/>
                <a:ea typeface="Droid Sans Mono"/>
                <a:cs typeface="Droid Sans Mono"/>
                <a:sym typeface="Droid Sans Mono"/>
              </a:rPr>
              <a:t>NULL</a:t>
            </a:r>
            <a:r>
              <a:rPr b="1" i="0" lang="en-US" sz="2000" u="none">
                <a:solidFill>
                  <a:schemeClr val="dk1"/>
                </a:solidFill>
                <a:latin typeface="Times New Roman"/>
                <a:ea typeface="Times New Roman"/>
                <a:cs typeface="Times New Roman"/>
                <a:sym typeface="Times New Roman"/>
              </a:rPr>
              <a:t> – points to nothing (</a:t>
            </a:r>
            <a:r>
              <a:rPr b="1" i="0" lang="en-US" sz="1800" u="none">
                <a:solidFill>
                  <a:schemeClr val="dk1"/>
                </a:solidFill>
                <a:latin typeface="Droid Sans Mono"/>
                <a:ea typeface="Droid Sans Mono"/>
                <a:cs typeface="Droid Sans Mono"/>
                <a:sym typeface="Droid Sans Mono"/>
              </a:rPr>
              <a:t>NULL</a:t>
            </a:r>
            <a:r>
              <a:rPr b="1" i="0" lang="en-US" sz="2000" u="none">
                <a:solidFill>
                  <a:schemeClr val="dk1"/>
                </a:solidFill>
                <a:latin typeface="Times New Roman"/>
                <a:ea typeface="Times New Roman"/>
                <a:cs typeface="Times New Roman"/>
                <a:sym typeface="Times New Roman"/>
              </a:rPr>
              <a:t> preferred)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7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35" name="Google Shape;335;p72"/>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7.1</a:t>
            </a:r>
            <a:endParaRPr/>
          </a:p>
        </p:txBody>
      </p:sp>
      <p:sp>
        <p:nvSpPr>
          <p:cNvPr id="336" name="Google Shape;336;p72"/>
          <p:cNvSpPr txBox="1"/>
          <p:nvPr>
            <p:ph idx="1" type="body"/>
          </p:nvPr>
        </p:nvSpPr>
        <p:spPr>
          <a:xfrm>
            <a:off x="1141412" y="2055812"/>
            <a:ext cx="7545387" cy="25304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The asterisk (</a:t>
            </a:r>
            <a:r>
              <a:rPr b="1" i="0" lang="en-US" sz="28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notation used to declare pointer variables does not distribute to all variable names in a declaration. Each pointer must be declared with the </a:t>
            </a:r>
            <a:r>
              <a:rPr b="1" i="0" lang="en-US" sz="28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prefixed to the name; e.g., if you wish to declare </a:t>
            </a:r>
            <a:r>
              <a:rPr b="1" i="0" lang="en-US" sz="2800" u="none">
                <a:solidFill>
                  <a:srgbClr val="000000"/>
                </a:solidFill>
                <a:latin typeface="Droid Sans Mono"/>
                <a:ea typeface="Droid Sans Mono"/>
                <a:cs typeface="Droid Sans Mono"/>
                <a:sym typeface="Droid Sans Mono"/>
              </a:rPr>
              <a:t>xPtr</a:t>
            </a:r>
            <a:r>
              <a:rPr b="1" i="0" lang="en-US" sz="2800" u="none">
                <a:solidFill>
                  <a:srgbClr val="000000"/>
                </a:solidFill>
                <a:latin typeface="Times New Roman"/>
                <a:ea typeface="Times New Roman"/>
                <a:cs typeface="Times New Roman"/>
                <a:sym typeface="Times New Roman"/>
              </a:rPr>
              <a:t> and </a:t>
            </a:r>
            <a:r>
              <a:rPr b="1" i="0" lang="en-US" sz="2800" u="none">
                <a:solidFill>
                  <a:srgbClr val="000000"/>
                </a:solidFill>
                <a:latin typeface="Droid Sans Mono"/>
                <a:ea typeface="Droid Sans Mono"/>
                <a:cs typeface="Droid Sans Mono"/>
                <a:sym typeface="Droid Sans Mono"/>
              </a:rPr>
              <a:t>yPtr</a:t>
            </a:r>
            <a:r>
              <a:rPr b="1" i="0" lang="en-US" sz="2800" u="none">
                <a:solidFill>
                  <a:srgbClr val="000000"/>
                </a:solidFill>
                <a:latin typeface="Times New Roman"/>
                <a:ea typeface="Times New Roman"/>
                <a:cs typeface="Times New Roman"/>
                <a:sym typeface="Times New Roman"/>
              </a:rPr>
              <a:t> as int pointers, use </a:t>
            </a:r>
            <a:r>
              <a:rPr b="1" i="0" lang="en-US" sz="2800" u="none">
                <a:solidFill>
                  <a:srgbClr val="000000"/>
                </a:solidFill>
                <a:latin typeface="Droid Sans Mono"/>
                <a:ea typeface="Droid Sans Mono"/>
                <a:cs typeface="Droid Sans Mono"/>
                <a:sym typeface="Droid Sans Mono"/>
              </a:rPr>
              <a:t>int</a:t>
            </a:r>
            <a:r>
              <a:rPr b="1" i="0" lang="en-US" sz="2800" u="none">
                <a:solidFill>
                  <a:srgbClr val="000000"/>
                </a:solidFill>
                <a:latin typeface="Times New Roman"/>
                <a:ea typeface="Times New Roman"/>
                <a:cs typeface="Times New Roman"/>
                <a:sym typeface="Times New Roman"/>
              </a:rPr>
              <a:t> </a:t>
            </a:r>
            <a:r>
              <a:rPr b="1" i="0" lang="en-US" sz="2800" u="none">
                <a:solidFill>
                  <a:srgbClr val="000000"/>
                </a:solidFill>
                <a:latin typeface="Droid Sans Mono"/>
                <a:ea typeface="Droid Sans Mono"/>
                <a:cs typeface="Droid Sans Mono"/>
                <a:sym typeface="Droid Sans Mono"/>
              </a:rPr>
              <a:t>*xPtr</a:t>
            </a:r>
            <a:r>
              <a:rPr b="1" i="1" lang="en-US" sz="2800" u="none">
                <a:solidFill>
                  <a:srgbClr val="000000"/>
                </a:solidFill>
                <a:latin typeface="Times New Roman"/>
                <a:ea typeface="Times New Roman"/>
                <a:cs typeface="Times New Roman"/>
                <a:sym typeface="Times New Roman"/>
              </a:rPr>
              <a:t>,</a:t>
            </a:r>
            <a:r>
              <a:rPr b="1" i="0" lang="en-US" sz="2800" u="none">
                <a:solidFill>
                  <a:srgbClr val="000000"/>
                </a:solidFill>
                <a:latin typeface="Times New Roman"/>
                <a:ea typeface="Times New Roman"/>
                <a:cs typeface="Times New Roman"/>
                <a:sym typeface="Times New Roman"/>
              </a:rPr>
              <a:t> </a:t>
            </a:r>
            <a:r>
              <a:rPr b="1" i="0" lang="en-US" sz="2800" u="none">
                <a:solidFill>
                  <a:srgbClr val="000000"/>
                </a:solidFill>
                <a:latin typeface="Droid Sans Mono"/>
                <a:ea typeface="Droid Sans Mono"/>
                <a:cs typeface="Droid Sans Mono"/>
                <a:sym typeface="Droid Sans Mono"/>
              </a:rPr>
              <a:t>*yPtr;</a:t>
            </a:r>
            <a:r>
              <a:rPr b="1" i="0" lang="en-US" sz="2800" u="none">
                <a:solidFill>
                  <a:srgbClr val="000000"/>
                </a:solidFill>
                <a:latin typeface="Times New Roman"/>
                <a:ea typeface="Times New Roman"/>
                <a:cs typeface="Times New Roman"/>
                <a:sym typeface="Times New Roman"/>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43" name="Google Shape;343;p73"/>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Good Programming Practice 7.1</a:t>
            </a:r>
            <a:endParaRPr/>
          </a:p>
        </p:txBody>
      </p:sp>
      <p:sp>
        <p:nvSpPr>
          <p:cNvPr id="344" name="Google Shape;344;p73"/>
          <p:cNvSpPr txBox="1"/>
          <p:nvPr>
            <p:ph idx="1" type="body"/>
          </p:nvPr>
        </p:nvSpPr>
        <p:spPr>
          <a:xfrm>
            <a:off x="1141412" y="2055812"/>
            <a:ext cx="6707187" cy="17176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Include the letters </a:t>
            </a:r>
            <a:r>
              <a:rPr b="1" i="0" lang="en-US" sz="2800" u="none">
                <a:solidFill>
                  <a:srgbClr val="000000"/>
                </a:solidFill>
                <a:latin typeface="Droid Sans Mono"/>
                <a:ea typeface="Droid Sans Mono"/>
                <a:cs typeface="Droid Sans Mono"/>
                <a:sym typeface="Droid Sans Mono"/>
              </a:rPr>
              <a:t>ptr</a:t>
            </a:r>
            <a:r>
              <a:rPr b="1" i="0" lang="en-US" sz="2800" u="none">
                <a:solidFill>
                  <a:srgbClr val="000000"/>
                </a:solidFill>
                <a:latin typeface="Times New Roman"/>
                <a:ea typeface="Times New Roman"/>
                <a:cs typeface="Times New Roman"/>
                <a:sym typeface="Times New Roman"/>
              </a:rPr>
              <a:t> in pointer variable names to make it clear that these variables are pointers and thus need to be handled appropriately.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7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51" name="Google Shape;351;p74"/>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Error-Prevention Tip 7.1</a:t>
            </a:r>
            <a:endParaRPr/>
          </a:p>
        </p:txBody>
      </p:sp>
      <p:sp>
        <p:nvSpPr>
          <p:cNvPr id="352" name="Google Shape;352;p74"/>
          <p:cNvSpPr txBox="1"/>
          <p:nvPr>
            <p:ph idx="1" type="body"/>
          </p:nvPr>
        </p:nvSpPr>
        <p:spPr>
          <a:xfrm>
            <a:off x="1141412" y="2055812"/>
            <a:ext cx="7545387" cy="47625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Initialize pointers to prevent unexpected results.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7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58" name="Google Shape;358;p75"/>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Assignment revisited – </a:t>
            </a:r>
            <a:r>
              <a:rPr b="1" i="0" lang="en-US" sz="1800" u="none">
                <a:solidFill>
                  <a:srgbClr val="5AD9B3"/>
                </a:solidFill>
                <a:latin typeface="Arial"/>
                <a:ea typeface="Arial"/>
                <a:cs typeface="Arial"/>
                <a:sym typeface="Arial"/>
              </a:rPr>
              <a:t>Pointers and Vars</a:t>
            </a:r>
            <a:endParaRPr/>
          </a:p>
        </p:txBody>
      </p:sp>
      <p:sp>
        <p:nvSpPr>
          <p:cNvPr id="359" name="Google Shape;359;p75"/>
          <p:cNvSpPr txBox="1"/>
          <p:nvPr>
            <p:ph idx="1" type="body"/>
          </p:nvPr>
        </p:nvSpPr>
        <p:spPr>
          <a:xfrm>
            <a:off x="1371600" y="2320925"/>
            <a:ext cx="7239000" cy="2068512"/>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		</a:t>
            </a:r>
            <a:r>
              <a:rPr b="1" i="0" lang="en-US" sz="2800" u="none">
                <a:solidFill>
                  <a:srgbClr val="000099"/>
                </a:solidFill>
                <a:latin typeface="Times New Roman"/>
                <a:ea typeface="Times New Roman"/>
                <a:cs typeface="Times New Roman"/>
                <a:sym typeface="Times New Roman"/>
              </a:rPr>
              <a:t>X  =  17;</a:t>
            </a:r>
            <a:endParaRPr/>
          </a:p>
          <a:p>
            <a:pPr indent="0" lvl="0" marL="0" rtl="0" algn="l">
              <a:lnSpc>
                <a:spcPct val="90000"/>
              </a:lnSpc>
              <a:spcBef>
                <a:spcPts val="700"/>
              </a:spcBef>
              <a:spcAft>
                <a:spcPts val="0"/>
              </a:spcAft>
              <a:buSzPts val="2800"/>
              <a:buFont typeface="Times New Roman"/>
              <a:buNone/>
            </a:pPr>
            <a:r>
              <a:t/>
            </a:r>
            <a:endParaRPr b="1" i="0" sz="2800" u="none">
              <a:solidFill>
                <a:srgbClr val="000000"/>
              </a:solidFill>
              <a:latin typeface="Times New Roman"/>
              <a:ea typeface="Times New Roman"/>
              <a:cs typeface="Times New Roman"/>
              <a:sym typeface="Times New Roman"/>
            </a:endParaRPr>
          </a:p>
          <a:p>
            <a:pPr indent="0" lvl="0" marL="0" rtl="0" algn="l">
              <a:lnSpc>
                <a:spcPct val="90000"/>
              </a:lnSpc>
              <a:spcBef>
                <a:spcPts val="700"/>
              </a:spcBef>
              <a:spcAft>
                <a:spcPts val="0"/>
              </a:spcAft>
              <a:buSzPts val="2800"/>
              <a:buFont typeface="Times New Roman"/>
              <a:buNone/>
            </a:pPr>
            <a:r>
              <a:rPr b="1" i="1" lang="en-US" sz="2800" u="none">
                <a:solidFill>
                  <a:srgbClr val="000000"/>
                </a:solidFill>
                <a:latin typeface="Times New Roman"/>
                <a:ea typeface="Times New Roman"/>
                <a:cs typeface="Times New Roman"/>
                <a:sym typeface="Times New Roman"/>
              </a:rPr>
              <a:t>		lvalue = rvalue</a:t>
            </a:r>
            <a:endParaRPr/>
          </a:p>
          <a:p>
            <a:pPr indent="0" lvl="0" marL="0" rtl="0" algn="l">
              <a:lnSpc>
                <a:spcPct val="90000"/>
              </a:lnSpc>
              <a:spcBef>
                <a:spcPts val="700"/>
              </a:spcBef>
              <a:spcAft>
                <a:spcPts val="0"/>
              </a:spcAft>
              <a:buSzPts val="2800"/>
              <a:buFont typeface="Times New Roman"/>
              <a:buNone/>
            </a:pPr>
            <a:r>
              <a:t/>
            </a:r>
            <a:endParaRPr b="1" i="1" sz="2800" u="none">
              <a:solidFill>
                <a:srgbClr val="000000"/>
              </a:solidFill>
              <a:latin typeface="Times New Roman"/>
              <a:ea typeface="Times New Roman"/>
              <a:cs typeface="Times New Roman"/>
              <a:sym typeface="Times New Roman"/>
            </a:endParaRPr>
          </a:p>
          <a:p>
            <a:pPr indent="0" lvl="0" marL="0" rtl="0" algn="l">
              <a:lnSpc>
                <a:spcPct val="90000"/>
              </a:lnSpc>
              <a:spcBef>
                <a:spcPts val="700"/>
              </a:spcBef>
              <a:spcAft>
                <a:spcPts val="0"/>
              </a:spcAft>
              <a:buSzPts val="2800"/>
              <a:buFont typeface="Times New Roman"/>
              <a:buNone/>
            </a:pPr>
            <a:r>
              <a:rPr b="1" i="1" lang="en-US" sz="2800" u="none">
                <a:solidFill>
                  <a:srgbClr val="000000"/>
                </a:solidFill>
                <a:latin typeface="Times New Roman"/>
                <a:ea typeface="Times New Roman"/>
                <a:cs typeface="Times New Roman"/>
                <a:sym typeface="Times New Roman"/>
              </a:rPr>
              <a:t>lvalue: expression that evaluates to a location</a:t>
            </a:r>
            <a:endParaRPr/>
          </a:p>
          <a:p>
            <a:pPr indent="0" lvl="0" marL="0" rtl="0" algn="l">
              <a:lnSpc>
                <a:spcPct val="90000"/>
              </a:lnSpc>
              <a:spcBef>
                <a:spcPts val="700"/>
              </a:spcBef>
              <a:spcAft>
                <a:spcPts val="0"/>
              </a:spcAft>
              <a:buSzPts val="2800"/>
              <a:buFont typeface="Times New Roman"/>
              <a:buNone/>
            </a:pPr>
            <a:r>
              <a:rPr b="1" i="1" lang="en-US" sz="2800" u="none">
                <a:solidFill>
                  <a:srgbClr val="000000"/>
                </a:solidFill>
                <a:latin typeface="Times New Roman"/>
                <a:ea typeface="Times New Roman"/>
                <a:cs typeface="Times New Roman"/>
                <a:sym typeface="Times New Roman"/>
              </a:rPr>
              <a:t>rvalue: expression that evaluates to a value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65" name="Google Shape;365;p76"/>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Simple Pointers</a:t>
            </a:r>
            <a:endParaRPr/>
          </a:p>
        </p:txBody>
      </p:sp>
      <p:sp>
        <p:nvSpPr>
          <p:cNvPr id="366" name="Google Shape;366;p76"/>
          <p:cNvSpPr txBox="1"/>
          <p:nvPr>
            <p:ph idx="1" type="body"/>
          </p:nvPr>
        </p:nvSpPr>
        <p:spPr>
          <a:xfrm>
            <a:off x="685800" y="1371600"/>
            <a:ext cx="7772400" cy="41148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000"/>
              <a:buFont typeface="Times New Roman"/>
              <a:buNone/>
            </a:pPr>
            <a:r>
              <a:rPr b="1" i="0" lang="en-US" sz="2000" u="none">
                <a:solidFill>
                  <a:srgbClr val="000000"/>
                </a:solidFill>
                <a:latin typeface="Times New Roman"/>
                <a:ea typeface="Times New Roman"/>
                <a:cs typeface="Times New Roman"/>
                <a:sym typeface="Times New Roman"/>
              </a:rPr>
              <a:t>Pointer is a value that points to a location in the memory</a:t>
            </a:r>
            <a:endParaRPr/>
          </a:p>
          <a:p>
            <a:pPr indent="0" lvl="0" marL="0" rtl="0" algn="l">
              <a:lnSpc>
                <a:spcPct val="90000"/>
              </a:lnSpc>
              <a:spcBef>
                <a:spcPts val="500"/>
              </a:spcBef>
              <a:spcAft>
                <a:spcPts val="0"/>
              </a:spcAft>
              <a:buSzPts val="2000"/>
              <a:buFont typeface="Times New Roman"/>
              <a:buNone/>
            </a:pPr>
            <a:r>
              <a:rPr b="1" i="0" lang="en-US" sz="2000" u="none">
                <a:solidFill>
                  <a:srgbClr val="000000"/>
                </a:solidFill>
                <a:latin typeface="Times New Roman"/>
                <a:ea typeface="Times New Roman"/>
                <a:cs typeface="Times New Roman"/>
                <a:sym typeface="Times New Roman"/>
              </a:rPr>
              <a:t>Pointer is associated with a type</a:t>
            </a:r>
            <a:endParaRPr/>
          </a:p>
          <a:p>
            <a:pPr indent="0" lvl="0" marL="0" rtl="0" algn="l">
              <a:lnSpc>
                <a:spcPct val="90000"/>
              </a:lnSpc>
              <a:spcBef>
                <a:spcPts val="500"/>
              </a:spcBef>
              <a:spcAft>
                <a:spcPts val="0"/>
              </a:spcAft>
              <a:buSzPts val="2000"/>
              <a:buFont typeface="Times New Roman"/>
              <a:buNone/>
            </a:pPr>
            <a:r>
              <a:t/>
            </a:r>
            <a:endParaRPr b="1" i="0" sz="2000" u="none">
              <a:solidFill>
                <a:srgbClr val="000000"/>
              </a:solidFill>
              <a:latin typeface="Times New Roman"/>
              <a:ea typeface="Times New Roman"/>
              <a:cs typeface="Times New Roman"/>
              <a:sym typeface="Times New Roman"/>
            </a:endParaRPr>
          </a:p>
          <a:p>
            <a:pPr indent="0" lvl="0" marL="0" rtl="0" algn="l">
              <a:lnSpc>
                <a:spcPct val="90000"/>
              </a:lnSpc>
              <a:spcBef>
                <a:spcPts val="500"/>
              </a:spcBef>
              <a:spcAft>
                <a:spcPts val="0"/>
              </a:spcAft>
              <a:buSzPts val="2000"/>
              <a:buFont typeface="Times New Roman"/>
              <a:buNone/>
            </a:pPr>
            <a:r>
              <a:rPr b="1" i="0" lang="en-US" sz="2000" u="none">
                <a:solidFill>
                  <a:srgbClr val="000000"/>
                </a:solidFill>
                <a:latin typeface="Times New Roman"/>
                <a:ea typeface="Times New Roman"/>
                <a:cs typeface="Times New Roman"/>
                <a:sym typeface="Times New Roman"/>
              </a:rPr>
              <a:t>	</a:t>
            </a:r>
            <a:r>
              <a:rPr b="0" i="0" lang="en-US" sz="2000" u="none">
                <a:solidFill>
                  <a:srgbClr val="000099"/>
                </a:solidFill>
                <a:latin typeface="Times New Roman"/>
                <a:ea typeface="Times New Roman"/>
                <a:cs typeface="Times New Roman"/>
                <a:sym typeface="Times New Roman"/>
              </a:rPr>
              <a:t>int number ;</a:t>
            </a:r>
            <a:endParaRPr/>
          </a:p>
          <a:p>
            <a:pPr indent="0" lvl="0" marL="0" rtl="0" algn="l">
              <a:lnSpc>
                <a:spcPct val="90000"/>
              </a:lnSpc>
              <a:spcBef>
                <a:spcPts val="500"/>
              </a:spcBef>
              <a:spcAft>
                <a:spcPts val="0"/>
              </a:spcAft>
              <a:buSzPts val="2000"/>
              <a:buFont typeface="Times New Roman"/>
              <a:buNone/>
            </a:pPr>
            <a:r>
              <a:rPr b="0" i="0" lang="en-US" sz="2000" u="none">
                <a:solidFill>
                  <a:srgbClr val="000099"/>
                </a:solidFill>
                <a:latin typeface="Times New Roman"/>
                <a:ea typeface="Times New Roman"/>
                <a:cs typeface="Times New Roman"/>
                <a:sym typeface="Times New Roman"/>
              </a:rPr>
              <a:t>	int * ptr_to_num ;</a:t>
            </a:r>
            <a:endParaRPr/>
          </a:p>
          <a:p>
            <a:pPr indent="0" lvl="0" marL="0" rtl="0" algn="l">
              <a:lnSpc>
                <a:spcPct val="90000"/>
              </a:lnSpc>
              <a:spcBef>
                <a:spcPts val="500"/>
              </a:spcBef>
              <a:spcAft>
                <a:spcPts val="0"/>
              </a:spcAft>
              <a:buSzPts val="2000"/>
              <a:buFont typeface="Times New Roman"/>
              <a:buNone/>
            </a:pPr>
            <a:r>
              <a:t/>
            </a:r>
            <a:endParaRPr b="0" i="0" sz="2000" u="none">
              <a:solidFill>
                <a:srgbClr val="000099"/>
              </a:solidFill>
              <a:latin typeface="Times New Roman"/>
              <a:ea typeface="Times New Roman"/>
              <a:cs typeface="Times New Roman"/>
              <a:sym typeface="Times New Roman"/>
            </a:endParaRPr>
          </a:p>
          <a:p>
            <a:pPr indent="0" lvl="0" marL="0" rtl="0" algn="l">
              <a:lnSpc>
                <a:spcPct val="90000"/>
              </a:lnSpc>
              <a:spcBef>
                <a:spcPts val="500"/>
              </a:spcBef>
              <a:spcAft>
                <a:spcPts val="0"/>
              </a:spcAft>
              <a:buSzPts val="2000"/>
              <a:buFont typeface="Times New Roman"/>
              <a:buNone/>
            </a:pPr>
            <a:r>
              <a:rPr b="0" i="0" lang="en-US" sz="2000" u="none">
                <a:solidFill>
                  <a:srgbClr val="000099"/>
                </a:solidFill>
                <a:latin typeface="Times New Roman"/>
                <a:ea typeface="Times New Roman"/>
                <a:cs typeface="Times New Roman"/>
                <a:sym typeface="Times New Roman"/>
              </a:rPr>
              <a:t>	number = 23;</a:t>
            </a:r>
            <a:endParaRPr/>
          </a:p>
          <a:p>
            <a:pPr indent="0" lvl="0" marL="0" rtl="0" algn="l">
              <a:lnSpc>
                <a:spcPct val="90000"/>
              </a:lnSpc>
              <a:spcBef>
                <a:spcPts val="500"/>
              </a:spcBef>
              <a:spcAft>
                <a:spcPts val="0"/>
              </a:spcAft>
              <a:buSzPts val="2000"/>
              <a:buFont typeface="Times New Roman"/>
              <a:buNone/>
            </a:pPr>
            <a:r>
              <a:rPr b="0" i="0" lang="en-US" sz="2000" u="none">
                <a:solidFill>
                  <a:srgbClr val="000099"/>
                </a:solidFill>
                <a:latin typeface="Times New Roman"/>
                <a:ea typeface="Times New Roman"/>
                <a:cs typeface="Times New Roman"/>
                <a:sym typeface="Times New Roman"/>
              </a:rPr>
              <a:t>	ptr_to_num = </a:t>
            </a:r>
            <a:r>
              <a:rPr b="0" i="0" lang="en-US" sz="2000" u="none">
                <a:solidFill>
                  <a:srgbClr val="008000"/>
                </a:solidFill>
                <a:latin typeface="Times New Roman"/>
                <a:ea typeface="Times New Roman"/>
                <a:cs typeface="Times New Roman"/>
                <a:sym typeface="Times New Roman"/>
              </a:rPr>
              <a:t>&amp; number</a:t>
            </a:r>
            <a:r>
              <a:rPr b="0" i="0" lang="en-US" sz="2000" u="none">
                <a:solidFill>
                  <a:srgbClr val="000099"/>
                </a:solidFill>
                <a:latin typeface="Times New Roman"/>
                <a:ea typeface="Times New Roman"/>
                <a:cs typeface="Times New Roman"/>
                <a:sym typeface="Times New Roman"/>
              </a:rPr>
              <a:t>;</a:t>
            </a:r>
            <a:endParaRPr/>
          </a:p>
          <a:p>
            <a:pPr indent="0" lvl="0" marL="0" rtl="0" algn="l">
              <a:lnSpc>
                <a:spcPct val="90000"/>
              </a:lnSpc>
              <a:spcBef>
                <a:spcPts val="500"/>
              </a:spcBef>
              <a:spcAft>
                <a:spcPts val="0"/>
              </a:spcAft>
              <a:buSzPts val="2000"/>
              <a:buFont typeface="Times New Roman"/>
              <a:buNone/>
            </a:pPr>
            <a:r>
              <a:rPr b="0" i="0" lang="en-US" sz="2000" u="none">
                <a:solidFill>
                  <a:srgbClr val="000099"/>
                </a:solidFill>
                <a:latin typeface="Times New Roman"/>
                <a:ea typeface="Times New Roman"/>
                <a:cs typeface="Times New Roman"/>
                <a:sym typeface="Times New Roman"/>
              </a:rPr>
              <a:t>	printf("Value is %d \n", (</a:t>
            </a:r>
            <a:r>
              <a:rPr b="0" i="0" lang="en-US" sz="2000" u="none">
                <a:solidFill>
                  <a:srgbClr val="008000"/>
                </a:solidFill>
                <a:latin typeface="Times New Roman"/>
                <a:ea typeface="Times New Roman"/>
                <a:cs typeface="Times New Roman"/>
                <a:sym typeface="Times New Roman"/>
              </a:rPr>
              <a:t>*ptr_to_num</a:t>
            </a:r>
            <a:r>
              <a:rPr b="0" i="0" lang="en-US" sz="2000" u="none">
                <a:solidFill>
                  <a:srgbClr val="000099"/>
                </a:solidFill>
                <a:latin typeface="Times New Roman"/>
                <a:ea typeface="Times New Roman"/>
                <a:cs typeface="Times New Roman"/>
                <a:sym typeface="Times New Roman"/>
              </a:rPr>
              <a:t>) );</a:t>
            </a:r>
            <a:endParaRPr/>
          </a:p>
          <a:p>
            <a:pPr indent="-342900" lvl="0" marL="342900" rtl="0" algn="l">
              <a:lnSpc>
                <a:spcPct val="90000"/>
              </a:lnSpc>
              <a:spcBef>
                <a:spcPts val="500"/>
              </a:spcBef>
              <a:spcAft>
                <a:spcPts val="0"/>
              </a:spcAft>
              <a:buNone/>
            </a:pPr>
            <a:r>
              <a:t/>
            </a:r>
            <a:endParaRPr b="0" i="0" sz="2000" u="none">
              <a:solidFill>
                <a:srgbClr val="000099"/>
              </a:solidFill>
              <a:latin typeface="Times New Roman"/>
              <a:ea typeface="Times New Roman"/>
              <a:cs typeface="Times New Roman"/>
              <a:sym typeface="Times New Roman"/>
            </a:endParaRPr>
          </a:p>
        </p:txBody>
      </p:sp>
      <p:sp>
        <p:nvSpPr>
          <p:cNvPr id="367" name="Google Shape;367;p76"/>
          <p:cNvSpPr txBox="1"/>
          <p:nvPr/>
        </p:nvSpPr>
        <p:spPr>
          <a:xfrm>
            <a:off x="6705600" y="2514600"/>
            <a:ext cx="1676400" cy="466725"/>
          </a:xfrm>
          <a:prstGeom prst="rect">
            <a:avLst/>
          </a:prstGeom>
          <a:noFill/>
          <a:ln cap="flat" cmpd="sng" w="9525">
            <a:solidFill>
              <a:srgbClr val="CC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8000"/>
              </a:buClr>
              <a:buSzPts val="2400"/>
              <a:buFont typeface="Times New Roman"/>
              <a:buNone/>
            </a:pPr>
            <a:r>
              <a:rPr b="1" i="0" lang="en-US" sz="2400" u="none">
                <a:solidFill>
                  <a:srgbClr val="008000"/>
                </a:solidFill>
                <a:latin typeface="Times New Roman"/>
                <a:ea typeface="Times New Roman"/>
                <a:cs typeface="Times New Roman"/>
                <a:sym typeface="Times New Roman"/>
              </a:rPr>
              <a:t>23</a:t>
            </a:r>
            <a:endParaRPr/>
          </a:p>
        </p:txBody>
      </p:sp>
      <p:sp>
        <p:nvSpPr>
          <p:cNvPr id="368" name="Google Shape;368;p76"/>
          <p:cNvSpPr txBox="1"/>
          <p:nvPr/>
        </p:nvSpPr>
        <p:spPr>
          <a:xfrm>
            <a:off x="6629400" y="2971800"/>
            <a:ext cx="1600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number</a:t>
            </a:r>
            <a:endParaRPr/>
          </a:p>
        </p:txBody>
      </p:sp>
      <p:sp>
        <p:nvSpPr>
          <p:cNvPr id="369" name="Google Shape;369;p76"/>
          <p:cNvSpPr txBox="1"/>
          <p:nvPr/>
        </p:nvSpPr>
        <p:spPr>
          <a:xfrm>
            <a:off x="6705600" y="3657600"/>
            <a:ext cx="1676400" cy="466725"/>
          </a:xfrm>
          <a:prstGeom prst="rect">
            <a:avLst/>
          </a:prstGeom>
          <a:noFill/>
          <a:ln cap="flat" cmpd="sng" w="9525">
            <a:solidFill>
              <a:srgbClr val="CC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8000"/>
              </a:buClr>
              <a:buSzPts val="2400"/>
              <a:buFont typeface="Times New Roman"/>
              <a:buNone/>
            </a:pPr>
            <a:r>
              <a:rPr b="1" i="0" lang="en-US" sz="2400" u="none">
                <a:solidFill>
                  <a:srgbClr val="008000"/>
                </a:solidFill>
                <a:latin typeface="Times New Roman"/>
                <a:ea typeface="Times New Roman"/>
                <a:cs typeface="Times New Roman"/>
                <a:sym typeface="Times New Roman"/>
              </a:rPr>
              <a:t>003F45A8</a:t>
            </a:r>
            <a:endParaRPr/>
          </a:p>
        </p:txBody>
      </p:sp>
      <p:sp>
        <p:nvSpPr>
          <p:cNvPr id="370" name="Google Shape;370;p76"/>
          <p:cNvSpPr txBox="1"/>
          <p:nvPr/>
        </p:nvSpPr>
        <p:spPr>
          <a:xfrm>
            <a:off x="6629400" y="4114800"/>
            <a:ext cx="2209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ptr_to_num</a:t>
            </a:r>
            <a:endParaRPr/>
          </a:p>
        </p:txBody>
      </p:sp>
      <p:sp>
        <p:nvSpPr>
          <p:cNvPr id="371" name="Google Shape;371;p76"/>
          <p:cNvSpPr/>
          <p:nvPr/>
        </p:nvSpPr>
        <p:spPr>
          <a:xfrm>
            <a:off x="5930900" y="2971800"/>
            <a:ext cx="850900" cy="914400"/>
          </a:xfrm>
          <a:custGeom>
            <a:rect b="b" l="l" r="r" t="t"/>
            <a:pathLst>
              <a:path extrusionOk="0" h="576" w="536">
                <a:moveTo>
                  <a:pt x="536" y="576"/>
                </a:moveTo>
                <a:cubicBezTo>
                  <a:pt x="276" y="528"/>
                  <a:pt x="16" y="480"/>
                  <a:pt x="8" y="384"/>
                </a:cubicBezTo>
                <a:cubicBezTo>
                  <a:pt x="0" y="288"/>
                  <a:pt x="244" y="144"/>
                  <a:pt x="488" y="0"/>
                </a:cubicBezTo>
              </a:path>
            </a:pathLst>
          </a:custGeom>
          <a:noFill/>
          <a:ln cap="flat" cmpd="sng" w="38100">
            <a:solidFill>
              <a:srgbClr val="CC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7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77" name="Google Shape;377;p77"/>
          <p:cNvSpPr txBox="1"/>
          <p:nvPr>
            <p:ph type="title"/>
          </p:nvPr>
        </p:nvSpPr>
        <p:spPr>
          <a:xfrm>
            <a:off x="914400" y="685800"/>
            <a:ext cx="7772400" cy="762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More Pointers</a:t>
            </a:r>
            <a:endParaRPr/>
          </a:p>
        </p:txBody>
      </p:sp>
      <p:sp>
        <p:nvSpPr>
          <p:cNvPr id="378" name="Google Shape;378;p77"/>
          <p:cNvSpPr txBox="1"/>
          <p:nvPr>
            <p:ph idx="1" type="body"/>
          </p:nvPr>
        </p:nvSpPr>
        <p:spPr>
          <a:xfrm>
            <a:off x="685800" y="1670050"/>
            <a:ext cx="7772400" cy="38227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int  number ;</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int  * ptrp1,  * ptrp2;</a:t>
            </a:r>
            <a:endParaRPr/>
          </a:p>
          <a:p>
            <a:pPr indent="0" lvl="0" marL="0" rtl="0" algn="l">
              <a:lnSpc>
                <a:spcPct val="90000"/>
              </a:lnSpc>
              <a:spcBef>
                <a:spcPts val="600"/>
              </a:spcBef>
              <a:spcAft>
                <a:spcPts val="0"/>
              </a:spcAft>
              <a:buSzPts val="2400"/>
              <a:buFont typeface="Times New Roman"/>
              <a:buNone/>
            </a:pPr>
            <a:r>
              <a:t/>
            </a:r>
            <a:endParaRPr b="1" i="0" sz="2400" u="none">
              <a:solidFill>
                <a:srgbClr val="000099"/>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ptrp1 = &amp; number ;</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number = 23;</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ptrp2 = &amp; number ;</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printf(" *ptrp1 = %d   *ptrp2 = %d ", *ptrp1, *ptrp2);</a:t>
            </a:r>
            <a:endParaRPr/>
          </a:p>
          <a:p>
            <a:pPr indent="0" lvl="0" marL="0" rtl="0" algn="l">
              <a:lnSpc>
                <a:spcPct val="90000"/>
              </a:lnSpc>
              <a:spcBef>
                <a:spcPts val="600"/>
              </a:spcBef>
              <a:spcAft>
                <a:spcPts val="0"/>
              </a:spcAft>
              <a:buSzPts val="2400"/>
              <a:buFont typeface="Times New Roman"/>
              <a:buNone/>
            </a:pPr>
            <a:r>
              <a:t/>
            </a:r>
            <a:endParaRPr b="1" i="1" sz="2400" u="none">
              <a:solidFill>
                <a:srgbClr val="000099"/>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1" lang="en-US" sz="2400" u="none">
                <a:solidFill>
                  <a:srgbClr val="000000"/>
                </a:solidFill>
                <a:latin typeface="Times New Roman"/>
                <a:ea typeface="Times New Roman"/>
                <a:cs typeface="Times New Roman"/>
                <a:sym typeface="Times New Roman"/>
              </a:rPr>
              <a:t>/* Output ?? */</a:t>
            </a:r>
            <a:endParaRPr/>
          </a:p>
        </p:txBody>
      </p:sp>
      <p:sp>
        <p:nvSpPr>
          <p:cNvPr id="379" name="Google Shape;379;p77"/>
          <p:cNvSpPr txBox="1"/>
          <p:nvPr/>
        </p:nvSpPr>
        <p:spPr>
          <a:xfrm>
            <a:off x="6172200" y="1752600"/>
            <a:ext cx="16002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number</a:t>
            </a:r>
            <a:endParaRPr/>
          </a:p>
        </p:txBody>
      </p:sp>
      <p:sp>
        <p:nvSpPr>
          <p:cNvPr id="380" name="Google Shape;380;p77"/>
          <p:cNvSpPr txBox="1"/>
          <p:nvPr/>
        </p:nvSpPr>
        <p:spPr>
          <a:xfrm>
            <a:off x="5029200" y="2743200"/>
            <a:ext cx="16002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p1</a:t>
            </a:r>
            <a:endParaRPr/>
          </a:p>
        </p:txBody>
      </p:sp>
      <p:sp>
        <p:nvSpPr>
          <p:cNvPr id="381" name="Google Shape;381;p77"/>
          <p:cNvSpPr txBox="1"/>
          <p:nvPr/>
        </p:nvSpPr>
        <p:spPr>
          <a:xfrm>
            <a:off x="7086600" y="2743200"/>
            <a:ext cx="1600200" cy="304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p2</a:t>
            </a:r>
            <a:endParaRPr/>
          </a:p>
        </p:txBody>
      </p:sp>
      <p:cxnSp>
        <p:nvCxnSpPr>
          <p:cNvPr id="382" name="Google Shape;382;p77"/>
          <p:cNvCxnSpPr/>
          <p:nvPr/>
        </p:nvCxnSpPr>
        <p:spPr>
          <a:xfrm flipH="1" rot="10800000">
            <a:off x="5715000" y="2057400"/>
            <a:ext cx="457200" cy="838200"/>
          </a:xfrm>
          <a:prstGeom prst="straightConnector1">
            <a:avLst/>
          </a:prstGeom>
          <a:noFill/>
          <a:ln cap="flat" cmpd="sng" w="38100">
            <a:solidFill>
              <a:srgbClr val="CC3300"/>
            </a:solidFill>
            <a:prstDash val="solid"/>
            <a:miter lim="800000"/>
            <a:headEnd len="med" w="med" type="none"/>
            <a:tailEnd len="med" w="med" type="triangle"/>
          </a:ln>
        </p:spPr>
      </p:cxnSp>
      <p:cxnSp>
        <p:nvCxnSpPr>
          <p:cNvPr id="383" name="Google Shape;383;p77"/>
          <p:cNvCxnSpPr/>
          <p:nvPr/>
        </p:nvCxnSpPr>
        <p:spPr>
          <a:xfrm rot="10800000">
            <a:off x="6172200" y="2057400"/>
            <a:ext cx="1752600" cy="838200"/>
          </a:xfrm>
          <a:prstGeom prst="straightConnector1">
            <a:avLst/>
          </a:prstGeom>
          <a:noFill/>
          <a:ln cap="flat" cmpd="sng" w="38100">
            <a:solidFill>
              <a:srgbClr val="CC3300"/>
            </a:solidFill>
            <a:prstDash val="solid"/>
            <a:miter lim="800000"/>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7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89" name="Google Shape;389;p78"/>
          <p:cNvSpPr txBox="1"/>
          <p:nvPr>
            <p:ph type="title"/>
          </p:nvPr>
        </p:nvSpPr>
        <p:spPr>
          <a:xfrm>
            <a:off x="914400" y="685800"/>
            <a:ext cx="7772400" cy="762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Pointers and Arrays</a:t>
            </a:r>
            <a:endParaRPr/>
          </a:p>
        </p:txBody>
      </p:sp>
      <p:sp>
        <p:nvSpPr>
          <p:cNvPr id="390" name="Google Shape;390;p78"/>
          <p:cNvSpPr txBox="1"/>
          <p:nvPr>
            <p:ph idx="1" type="body"/>
          </p:nvPr>
        </p:nvSpPr>
        <p:spPr>
          <a:xfrm>
            <a:off x="685800" y="1447800"/>
            <a:ext cx="7772400" cy="41148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char str[32];</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char *ptr;</a:t>
            </a:r>
            <a:endParaRPr/>
          </a:p>
          <a:p>
            <a:pPr indent="0" lvl="0" marL="0" rtl="0" algn="l">
              <a:lnSpc>
                <a:spcPct val="90000"/>
              </a:lnSpc>
              <a:spcBef>
                <a:spcPts val="600"/>
              </a:spcBef>
              <a:spcAft>
                <a:spcPts val="0"/>
              </a:spcAft>
              <a:buSzPts val="2400"/>
              <a:buFont typeface="Times New Roman"/>
              <a:buNone/>
            </a:pPr>
            <a:r>
              <a:t/>
            </a:r>
            <a:endParaRPr b="1" i="0" sz="2400" u="none">
              <a:solidFill>
                <a:srgbClr val="000099"/>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ptr = str ;</a:t>
            </a:r>
            <a:endParaRPr/>
          </a:p>
          <a:p>
            <a:pPr indent="0" lvl="0" marL="0" rtl="0" algn="l">
              <a:lnSpc>
                <a:spcPct val="90000"/>
              </a:lnSpc>
              <a:spcBef>
                <a:spcPts val="600"/>
              </a:spcBef>
              <a:spcAft>
                <a:spcPts val="0"/>
              </a:spcAft>
              <a:buSzPts val="2400"/>
              <a:buFont typeface="Times New Roman"/>
              <a:buNone/>
            </a:pPr>
            <a:r>
              <a:t/>
            </a:r>
            <a:endParaRPr b="1" i="0" sz="2400" u="none">
              <a:solidFill>
                <a:srgbClr val="000099"/>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strcpy( str, "test" );</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strcpy( ptr, "test" );	    /* does the same as above */ </a:t>
            </a:r>
            <a:endParaRPr/>
          </a:p>
          <a:p>
            <a:pPr indent="0" lvl="0" marL="0" rtl="0" algn="l">
              <a:lnSpc>
                <a:spcPct val="90000"/>
              </a:lnSpc>
              <a:spcBef>
                <a:spcPts val="600"/>
              </a:spcBef>
              <a:spcAft>
                <a:spcPts val="0"/>
              </a:spcAft>
              <a:buSzPts val="2400"/>
              <a:buFont typeface="Times New Roman"/>
              <a:buNone/>
            </a:pPr>
            <a:r>
              <a:t/>
            </a:r>
            <a:endParaRPr b="1" i="0" sz="2400" u="none">
              <a:solidFill>
                <a:srgbClr val="000099"/>
              </a:solidFill>
              <a:latin typeface="Times New Roman"/>
              <a:ea typeface="Times New Roman"/>
              <a:cs typeface="Times New Roman"/>
              <a:sym typeface="Times New Roman"/>
            </a:endParaRPr>
          </a:p>
          <a:p>
            <a:pPr indent="-342900" lvl="0" marL="342900" rtl="0" algn="l">
              <a:lnSpc>
                <a:spcPct val="90000"/>
              </a:lnSpc>
              <a:spcBef>
                <a:spcPts val="600"/>
              </a:spcBef>
              <a:spcAft>
                <a:spcPts val="0"/>
              </a:spcAft>
              <a:buNone/>
            </a:pPr>
            <a:r>
              <a:t/>
            </a:r>
            <a:endParaRPr b="1" i="0" sz="2400" u="none">
              <a:solidFill>
                <a:srgbClr val="000099"/>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396" name="Google Shape;396;p79"/>
          <p:cNvSpPr txBox="1"/>
          <p:nvPr>
            <p:ph type="title"/>
          </p:nvPr>
        </p:nvSpPr>
        <p:spPr>
          <a:xfrm>
            <a:off x="609600" y="152400"/>
            <a:ext cx="7772400" cy="762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Pointers and Arrays</a:t>
            </a:r>
            <a:endParaRPr/>
          </a:p>
        </p:txBody>
      </p:sp>
      <p:sp>
        <p:nvSpPr>
          <p:cNvPr id="397" name="Google Shape;397;p79"/>
          <p:cNvSpPr txBox="1"/>
          <p:nvPr>
            <p:ph idx="1" type="body"/>
          </p:nvPr>
        </p:nvSpPr>
        <p:spPr>
          <a:xfrm>
            <a:off x="685800" y="1524000"/>
            <a:ext cx="7772400" cy="4891087"/>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int table [8];</a:t>
            </a:r>
            <a:endParaRPr/>
          </a:p>
          <a:p>
            <a:pPr indent="0" lvl="0" marL="0" rtl="0" algn="l">
              <a:lnSpc>
                <a:spcPct val="90000"/>
              </a:lnSpc>
              <a:spcBef>
                <a:spcPts val="70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int *ptr ;</a:t>
            </a:r>
            <a:endParaRPr/>
          </a:p>
          <a:p>
            <a:pPr indent="0" lvl="0" marL="0" rtl="0" algn="l">
              <a:lnSpc>
                <a:spcPct val="90000"/>
              </a:lnSpc>
              <a:spcBef>
                <a:spcPts val="700"/>
              </a:spcBef>
              <a:spcAft>
                <a:spcPts val="0"/>
              </a:spcAft>
              <a:buSzPts val="2800"/>
              <a:buFont typeface="Times New Roman"/>
              <a:buNone/>
            </a:pPr>
            <a:r>
              <a:t/>
            </a:r>
            <a:endParaRPr b="1" i="0" sz="2800" u="none">
              <a:solidFill>
                <a:srgbClr val="000099"/>
              </a:solidFill>
              <a:latin typeface="Times New Roman"/>
              <a:ea typeface="Times New Roman"/>
              <a:cs typeface="Times New Roman"/>
              <a:sym typeface="Times New Roman"/>
            </a:endParaRPr>
          </a:p>
          <a:p>
            <a:pPr indent="0" lvl="0" marL="0" rtl="0" algn="l">
              <a:lnSpc>
                <a:spcPct val="90000"/>
              </a:lnSpc>
              <a:spcBef>
                <a:spcPts val="70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ptr = table ;</a:t>
            </a:r>
            <a:endParaRPr/>
          </a:p>
          <a:p>
            <a:pPr indent="0" lvl="0" marL="0" rtl="0" algn="l">
              <a:lnSpc>
                <a:spcPct val="90000"/>
              </a:lnSpc>
              <a:spcBef>
                <a:spcPts val="700"/>
              </a:spcBef>
              <a:spcAft>
                <a:spcPts val="0"/>
              </a:spcAft>
              <a:buSzPts val="2800"/>
              <a:buFont typeface="Times New Roman"/>
              <a:buNone/>
            </a:pPr>
            <a:r>
              <a:t/>
            </a:r>
            <a:endParaRPr b="1" i="0" sz="2800" u="none">
              <a:solidFill>
                <a:srgbClr val="000099"/>
              </a:solidFill>
              <a:latin typeface="Times New Roman"/>
              <a:ea typeface="Times New Roman"/>
              <a:cs typeface="Times New Roman"/>
              <a:sym typeface="Times New Roman"/>
            </a:endParaRPr>
          </a:p>
          <a:p>
            <a:pPr indent="0" lvl="0" marL="0" rtl="0" algn="l">
              <a:lnSpc>
                <a:spcPct val="90000"/>
              </a:lnSpc>
              <a:spcBef>
                <a:spcPts val="70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table [ 4 ] = 94;</a:t>
            </a:r>
            <a:endParaRPr/>
          </a:p>
          <a:p>
            <a:pPr indent="0" lvl="0" marL="0" rtl="0" algn="l">
              <a:lnSpc>
                <a:spcPct val="90000"/>
              </a:lnSpc>
              <a:spcBef>
                <a:spcPts val="70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 ptr + 4 ) = 94;</a:t>
            </a:r>
            <a:endParaRPr/>
          </a:p>
          <a:p>
            <a:pPr indent="0" lvl="0" marL="0" rtl="0" algn="l">
              <a:lnSpc>
                <a:spcPct val="90000"/>
              </a:lnSpc>
              <a:spcBef>
                <a:spcPts val="700"/>
              </a:spcBef>
              <a:spcAft>
                <a:spcPts val="0"/>
              </a:spcAft>
              <a:buSzPts val="2800"/>
              <a:buFont typeface="Times New Roman"/>
              <a:buNone/>
            </a:pPr>
            <a:r>
              <a:t/>
            </a:r>
            <a:endParaRPr b="1" i="0" sz="2800" u="none">
              <a:solidFill>
                <a:srgbClr val="000099"/>
              </a:solidFill>
              <a:latin typeface="Times New Roman"/>
              <a:ea typeface="Times New Roman"/>
              <a:cs typeface="Times New Roman"/>
              <a:sym typeface="Times New Roman"/>
            </a:endParaRPr>
          </a:p>
          <a:p>
            <a:pPr indent="0" lvl="0" marL="0" rtl="0" algn="l">
              <a:lnSpc>
                <a:spcPct val="90000"/>
              </a:lnSpc>
              <a:spcBef>
                <a:spcPts val="700"/>
              </a:spcBef>
              <a:spcAft>
                <a:spcPts val="0"/>
              </a:spcAft>
              <a:buSzPts val="2800"/>
              <a:buFont typeface="Times New Roman"/>
              <a:buNone/>
            </a:pPr>
            <a:r>
              <a:rPr b="1" i="0" lang="en-US" sz="2800" u="none">
                <a:solidFill>
                  <a:srgbClr val="000099"/>
                </a:solidFill>
                <a:latin typeface="Times New Roman"/>
                <a:ea typeface="Times New Roman"/>
                <a:cs typeface="Times New Roman"/>
                <a:sym typeface="Times New Roman"/>
              </a:rPr>
              <a:t>How about   </a:t>
            </a:r>
            <a:endParaRPr/>
          </a:p>
          <a:p>
            <a:pPr indent="0" lvl="0" marL="0" rtl="0" algn="l">
              <a:lnSpc>
                <a:spcPct val="90000"/>
              </a:lnSpc>
              <a:spcBef>
                <a:spcPts val="700"/>
              </a:spcBef>
              <a:spcAft>
                <a:spcPts val="0"/>
              </a:spcAft>
              <a:buSzPts val="2800"/>
              <a:buFont typeface="Times New Roman"/>
              <a:buNone/>
            </a:pPr>
            <a:r>
              <a:rPr b="1" i="0" lang="en-US" sz="2800" u="none">
                <a:solidFill>
                  <a:srgbClr val="CC3300"/>
                </a:solidFill>
                <a:latin typeface="Times New Roman"/>
                <a:ea typeface="Times New Roman"/>
                <a:cs typeface="Times New Roman"/>
                <a:sym typeface="Times New Roman"/>
              </a:rPr>
              <a:t>ptr = &amp; table[0]</a:t>
            </a:r>
            <a:r>
              <a:rPr b="1" i="0" lang="en-US" sz="2800" u="none">
                <a:solidFill>
                  <a:srgbClr val="000099"/>
                </a:solidFill>
                <a:latin typeface="Times New Roman"/>
                <a:ea typeface="Times New Roman"/>
                <a:cs typeface="Times New Roman"/>
                <a:sym typeface="Times New Roman"/>
              </a:rPr>
              <a:t>?? vs.  </a:t>
            </a:r>
            <a:r>
              <a:rPr b="1" i="0" lang="en-US" sz="2800" u="none">
                <a:solidFill>
                  <a:srgbClr val="CC3300"/>
                </a:solidFill>
                <a:latin typeface="Times New Roman"/>
                <a:ea typeface="Times New Roman"/>
                <a:cs typeface="Times New Roman"/>
                <a:sym typeface="Times New Roman"/>
              </a:rPr>
              <a:t>ptr=table</a:t>
            </a:r>
            <a:r>
              <a:rPr b="1" i="0" lang="en-US" sz="2800" u="none">
                <a:solidFill>
                  <a:srgbClr val="000099"/>
                </a:solidFill>
                <a:latin typeface="Times New Roman"/>
                <a:ea typeface="Times New Roman"/>
                <a:cs typeface="Times New Roman"/>
                <a:sym typeface="Times New Roman"/>
              </a:rPr>
              <a:t>;??</a:t>
            </a:r>
            <a:endParaRPr/>
          </a:p>
        </p:txBody>
      </p:sp>
      <p:sp>
        <p:nvSpPr>
          <p:cNvPr id="398" name="Google Shape;398;p79"/>
          <p:cNvSpPr txBox="1"/>
          <p:nvPr/>
        </p:nvSpPr>
        <p:spPr>
          <a:xfrm>
            <a:off x="5334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399" name="Google Shape;399;p79"/>
          <p:cNvSpPr txBox="1"/>
          <p:nvPr/>
        </p:nvSpPr>
        <p:spPr>
          <a:xfrm>
            <a:off x="5715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0" name="Google Shape;400;p79"/>
          <p:cNvSpPr txBox="1"/>
          <p:nvPr/>
        </p:nvSpPr>
        <p:spPr>
          <a:xfrm>
            <a:off x="6096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1" name="Google Shape;401;p79"/>
          <p:cNvSpPr txBox="1"/>
          <p:nvPr/>
        </p:nvSpPr>
        <p:spPr>
          <a:xfrm>
            <a:off x="6477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2" name="Google Shape;402;p79"/>
          <p:cNvSpPr txBox="1"/>
          <p:nvPr/>
        </p:nvSpPr>
        <p:spPr>
          <a:xfrm>
            <a:off x="6858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94</a:t>
            </a:r>
            <a:endParaRPr/>
          </a:p>
        </p:txBody>
      </p:sp>
      <p:sp>
        <p:nvSpPr>
          <p:cNvPr id="403" name="Google Shape;403;p79"/>
          <p:cNvSpPr txBox="1"/>
          <p:nvPr/>
        </p:nvSpPr>
        <p:spPr>
          <a:xfrm>
            <a:off x="7239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4" name="Google Shape;404;p79"/>
          <p:cNvSpPr txBox="1"/>
          <p:nvPr/>
        </p:nvSpPr>
        <p:spPr>
          <a:xfrm>
            <a:off x="7620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5" name="Google Shape;405;p79"/>
          <p:cNvSpPr txBox="1"/>
          <p:nvPr/>
        </p:nvSpPr>
        <p:spPr>
          <a:xfrm>
            <a:off x="8001000" y="1752600"/>
            <a:ext cx="3810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6" name="Google Shape;406;p79"/>
          <p:cNvSpPr txBox="1"/>
          <p:nvPr/>
        </p:nvSpPr>
        <p:spPr>
          <a:xfrm>
            <a:off x="5334000" y="2133600"/>
            <a:ext cx="19812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table</a:t>
            </a:r>
            <a:endParaRPr/>
          </a:p>
        </p:txBody>
      </p:sp>
      <p:sp>
        <p:nvSpPr>
          <p:cNvPr id="407" name="Google Shape;407;p79"/>
          <p:cNvSpPr txBox="1"/>
          <p:nvPr/>
        </p:nvSpPr>
        <p:spPr>
          <a:xfrm>
            <a:off x="5334000" y="3352800"/>
            <a:ext cx="6096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a:solidFill>
                <a:srgbClr val="275AFF"/>
              </a:solidFill>
              <a:latin typeface="Arial"/>
              <a:ea typeface="Arial"/>
              <a:cs typeface="Arial"/>
              <a:sym typeface="Arial"/>
            </a:endParaRPr>
          </a:p>
        </p:txBody>
      </p:sp>
      <p:sp>
        <p:nvSpPr>
          <p:cNvPr id="408" name="Google Shape;408;p79"/>
          <p:cNvSpPr txBox="1"/>
          <p:nvPr/>
        </p:nvSpPr>
        <p:spPr>
          <a:xfrm>
            <a:off x="5334000" y="3733800"/>
            <a:ext cx="12192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ptr</a:t>
            </a:r>
            <a:endParaRPr/>
          </a:p>
        </p:txBody>
      </p:sp>
      <p:sp>
        <p:nvSpPr>
          <p:cNvPr id="409" name="Google Shape;409;p79"/>
          <p:cNvSpPr txBox="1"/>
          <p:nvPr/>
        </p:nvSpPr>
        <p:spPr>
          <a:xfrm>
            <a:off x="6705600" y="4724400"/>
            <a:ext cx="12192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ptr + 4 )</a:t>
            </a:r>
            <a:endParaRPr/>
          </a:p>
        </p:txBody>
      </p:sp>
      <p:cxnSp>
        <p:nvCxnSpPr>
          <p:cNvPr id="410" name="Google Shape;410;p79"/>
          <p:cNvCxnSpPr/>
          <p:nvPr/>
        </p:nvCxnSpPr>
        <p:spPr>
          <a:xfrm rot="10800000">
            <a:off x="5334000" y="2133600"/>
            <a:ext cx="228600" cy="1447800"/>
          </a:xfrm>
          <a:prstGeom prst="straightConnector1">
            <a:avLst/>
          </a:prstGeom>
          <a:noFill/>
          <a:ln cap="flat" cmpd="sng" w="38100">
            <a:solidFill>
              <a:srgbClr val="CC3300"/>
            </a:solidFill>
            <a:prstDash val="solid"/>
            <a:miter lim="800000"/>
            <a:headEnd len="med" w="med" type="none"/>
            <a:tailEnd len="med" w="med" type="triangle"/>
          </a:ln>
        </p:spPr>
      </p:cxnSp>
      <p:cxnSp>
        <p:nvCxnSpPr>
          <p:cNvPr id="411" name="Google Shape;411;p79"/>
          <p:cNvCxnSpPr/>
          <p:nvPr/>
        </p:nvCxnSpPr>
        <p:spPr>
          <a:xfrm rot="10800000">
            <a:off x="6858000" y="2133600"/>
            <a:ext cx="533400" cy="2590800"/>
          </a:xfrm>
          <a:prstGeom prst="straightConnector1">
            <a:avLst/>
          </a:prstGeom>
          <a:noFill/>
          <a:ln cap="flat" cmpd="sng" w="38100">
            <a:solidFill>
              <a:srgbClr val="CC3300"/>
            </a:solidFill>
            <a:prstDash val="solid"/>
            <a:miter lim="800000"/>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8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17" name="Google Shape;417;p80"/>
          <p:cNvSpPr txBox="1"/>
          <p:nvPr>
            <p:ph type="title"/>
          </p:nvPr>
        </p:nvSpPr>
        <p:spPr>
          <a:xfrm>
            <a:off x="914400" y="685800"/>
            <a:ext cx="7772400" cy="9144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Pointer operations</a:t>
            </a:r>
            <a:endParaRPr/>
          </a:p>
        </p:txBody>
      </p:sp>
      <p:sp>
        <p:nvSpPr>
          <p:cNvPr id="418" name="Google Shape;418;p80"/>
          <p:cNvSpPr txBox="1"/>
          <p:nvPr>
            <p:ph idx="1" type="body"/>
          </p:nvPr>
        </p:nvSpPr>
        <p:spPr>
          <a:xfrm>
            <a:off x="685800" y="1524000"/>
            <a:ext cx="7772400" cy="41148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400"/>
              <a:buFont typeface="Times New Roman"/>
              <a:buNone/>
            </a:pPr>
            <a:r>
              <a:rPr b="1" i="0" lang="en-US" sz="2400" u="none">
                <a:solidFill>
                  <a:srgbClr val="000000"/>
                </a:solidFill>
                <a:latin typeface="Times New Roman"/>
                <a:ea typeface="Times New Roman"/>
                <a:cs typeface="Times New Roman"/>
                <a:sym typeface="Times New Roman"/>
              </a:rPr>
              <a:t>Can add and subtract numbers (like array indices)</a:t>
            </a:r>
            <a:endParaRPr/>
          </a:p>
          <a:p>
            <a:pPr indent="0" lvl="0" marL="0" rtl="0" algn="l">
              <a:lnSpc>
                <a:spcPct val="90000"/>
              </a:lnSpc>
              <a:spcBef>
                <a:spcPts val="600"/>
              </a:spcBef>
              <a:spcAft>
                <a:spcPts val="0"/>
              </a:spcAft>
              <a:buSzPts val="2400"/>
              <a:buFont typeface="Times New Roman"/>
              <a:buNone/>
            </a:pPr>
            <a:r>
              <a:rPr b="1" i="0" lang="en-US" sz="2400" u="none">
                <a:solidFill>
                  <a:srgbClr val="000000"/>
                </a:solidFill>
                <a:latin typeface="Times New Roman"/>
                <a:ea typeface="Times New Roman"/>
                <a:cs typeface="Times New Roman"/>
                <a:sym typeface="Times New Roman"/>
              </a:rPr>
              <a:t>Can increment and decrement!</a:t>
            </a:r>
            <a:endParaRPr/>
          </a:p>
          <a:p>
            <a:pPr indent="0" lvl="0" marL="0" rtl="0" algn="l">
              <a:lnSpc>
                <a:spcPct val="90000"/>
              </a:lnSpc>
              <a:spcBef>
                <a:spcPts val="600"/>
              </a:spcBef>
              <a:spcAft>
                <a:spcPts val="0"/>
              </a:spcAft>
              <a:buSzPts val="2400"/>
              <a:buFont typeface="Times New Roman"/>
              <a:buNone/>
            </a:pPr>
            <a:r>
              <a:t/>
            </a:r>
            <a:endParaRPr b="1" i="0" sz="2400" u="none">
              <a:solidFill>
                <a:srgbClr val="000000"/>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char str[] = "Test";</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char * p ;</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int i;</a:t>
            </a:r>
            <a:endParaRPr/>
          </a:p>
          <a:p>
            <a:pPr indent="0" lvl="0" marL="0" rtl="0" algn="l">
              <a:lnSpc>
                <a:spcPct val="90000"/>
              </a:lnSpc>
              <a:spcBef>
                <a:spcPts val="600"/>
              </a:spcBef>
              <a:spcAft>
                <a:spcPts val="0"/>
              </a:spcAft>
              <a:buSzPts val="2400"/>
              <a:buFont typeface="Times New Roman"/>
              <a:buNone/>
            </a:pPr>
            <a:r>
              <a:t/>
            </a:r>
            <a:endParaRPr b="1" i="0" sz="2400" u="none">
              <a:solidFill>
                <a:srgbClr val="000099"/>
              </a:solidFill>
              <a:latin typeface="Times New Roman"/>
              <a:ea typeface="Times New Roman"/>
              <a:cs typeface="Times New Roman"/>
              <a:sym typeface="Times New Roman"/>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for( p = str, i=0;  *p != '\0';  p++,  i++);</a:t>
            </a:r>
            <a:endParaRPr/>
          </a:p>
          <a:p>
            <a:pPr indent="0" lvl="0" marL="0" rtl="0" algn="l">
              <a:lnSpc>
                <a:spcPct val="90000"/>
              </a:lnSpc>
              <a:spcBef>
                <a:spcPts val="600"/>
              </a:spcBef>
              <a:spcAft>
                <a:spcPts val="0"/>
              </a:spcAft>
              <a:buSzPts val="2400"/>
              <a:buFont typeface="Times New Roman"/>
              <a:buNone/>
            </a:pPr>
            <a:r>
              <a:rPr b="1" i="0" lang="en-US" sz="2400" u="none">
                <a:solidFill>
                  <a:srgbClr val="000099"/>
                </a:solidFill>
                <a:latin typeface="Times New Roman"/>
                <a:ea typeface="Times New Roman"/>
                <a:cs typeface="Times New Roman"/>
                <a:sym typeface="Times New Roman"/>
              </a:rPr>
              <a:t>printf(" The length of the string is %d ", i);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8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24" name="Google Shape;424;p81"/>
          <p:cNvSpPr txBox="1"/>
          <p:nvPr>
            <p:ph type="title"/>
          </p:nvPr>
        </p:nvSpPr>
        <p:spPr>
          <a:xfrm>
            <a:off x="914400" y="685800"/>
            <a:ext cx="77724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NULL pointer</a:t>
            </a:r>
            <a:endParaRPr/>
          </a:p>
        </p:txBody>
      </p:sp>
      <p:sp>
        <p:nvSpPr>
          <p:cNvPr id="425" name="Google Shape;425;p81"/>
          <p:cNvSpPr txBox="1"/>
          <p:nvPr>
            <p:ph idx="1" type="body"/>
          </p:nvPr>
        </p:nvSpPr>
        <p:spPr>
          <a:xfrm>
            <a:off x="685800" y="1447800"/>
            <a:ext cx="7848600" cy="45720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SzPts val="2000"/>
              <a:buFont typeface="Times New Roman"/>
              <a:buNone/>
            </a:pPr>
            <a:r>
              <a:rPr b="1" i="0" lang="en-US" sz="2000" u="none">
                <a:solidFill>
                  <a:srgbClr val="000000"/>
                </a:solidFill>
                <a:latin typeface="Times New Roman"/>
                <a:ea typeface="Times New Roman"/>
                <a:cs typeface="Times New Roman"/>
                <a:sym typeface="Times New Roman"/>
              </a:rPr>
              <a:t>A way to tell that pointer points to nothing</a:t>
            </a:r>
            <a:endParaRPr/>
          </a:p>
          <a:p>
            <a:pPr indent="0" lvl="0" marL="0" rtl="0" algn="l">
              <a:lnSpc>
                <a:spcPct val="90000"/>
              </a:lnSpc>
              <a:spcBef>
                <a:spcPts val="500"/>
              </a:spcBef>
              <a:spcAft>
                <a:spcPts val="0"/>
              </a:spcAft>
              <a:buSzPts val="1000"/>
              <a:buFont typeface="Times New Roman"/>
              <a:buNone/>
            </a:pPr>
            <a:r>
              <a:t/>
            </a:r>
            <a:endParaRPr b="1" i="0" sz="1000" u="none">
              <a:solidFill>
                <a:srgbClr val="000000"/>
              </a:solidFill>
              <a:latin typeface="Times New Roman"/>
              <a:ea typeface="Times New Roman"/>
              <a:cs typeface="Times New Roman"/>
              <a:sym typeface="Times New Roman"/>
            </a:endParaRPr>
          </a:p>
          <a:p>
            <a:pPr indent="-6350" lvl="1" marL="463550" rtl="0" algn="l">
              <a:lnSpc>
                <a:spcPct val="90000"/>
              </a:lnSpc>
              <a:spcBef>
                <a:spcPts val="250"/>
              </a:spcBef>
              <a:spcAft>
                <a:spcPts val="0"/>
              </a:spcAft>
              <a:buSzPts val="1500"/>
              <a:buNone/>
            </a:pPr>
            <a:r>
              <a:rPr b="0" i="0" lang="en-US" sz="1500" u="none">
                <a:solidFill>
                  <a:srgbClr val="000099"/>
                </a:solidFill>
                <a:latin typeface="Times New Roman"/>
                <a:ea typeface="Times New Roman"/>
                <a:cs typeface="Times New Roman"/>
                <a:sym typeface="Times New Roman"/>
              </a:rPr>
              <a:t>void main() </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char *msg = NULL;</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MyPrint( msg );</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a:t>
            </a:r>
            <a:endParaRPr/>
          </a:p>
          <a:p>
            <a:pPr indent="-6350" lvl="1" marL="463550" rtl="0" algn="l">
              <a:lnSpc>
                <a:spcPct val="90000"/>
              </a:lnSpc>
              <a:spcBef>
                <a:spcPts val="375"/>
              </a:spcBef>
              <a:spcAft>
                <a:spcPts val="0"/>
              </a:spcAft>
              <a:buSzPts val="1500"/>
              <a:buNone/>
            </a:pPr>
            <a:r>
              <a:t/>
            </a:r>
            <a:endParaRPr b="0" i="0" sz="1500" u="none">
              <a:solidFill>
                <a:srgbClr val="000099"/>
              </a:solidFill>
              <a:latin typeface="Times New Roman"/>
              <a:ea typeface="Times New Roman"/>
              <a:cs typeface="Times New Roman"/>
              <a:sym typeface="Times New Roman"/>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void MyPrint( char * txt )</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if ( txt == NULL )</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printf( "Invalid parameters: NULL pointer received\n");</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else</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			printf( "%s\n", txt );</a:t>
            </a:r>
            <a:endParaRPr/>
          </a:p>
          <a:p>
            <a:pPr indent="-6350" lvl="1" marL="463550" rtl="0" algn="l">
              <a:lnSpc>
                <a:spcPct val="90000"/>
              </a:lnSpc>
              <a:spcBef>
                <a:spcPts val="375"/>
              </a:spcBef>
              <a:spcAft>
                <a:spcPts val="0"/>
              </a:spcAft>
              <a:buSzPts val="1500"/>
              <a:buNone/>
            </a:pPr>
            <a:r>
              <a:rPr b="0" i="0" lang="en-US" sz="1500" u="none">
                <a:solidFill>
                  <a:srgbClr val="000099"/>
                </a:solidFill>
                <a:latin typeface="Times New Roman"/>
                <a:ea typeface="Times New Roman"/>
                <a:cs typeface="Times New Roman"/>
                <a:sym typeface="Times New Roman"/>
              </a:rPr>
              <a:t>}</a:t>
            </a:r>
            <a:endParaRPr/>
          </a:p>
          <a:p>
            <a:pPr indent="-342900" lvl="0" marL="342900" rtl="0" algn="l">
              <a:lnSpc>
                <a:spcPct val="90000"/>
              </a:lnSpc>
              <a:spcBef>
                <a:spcPts val="375"/>
              </a:spcBef>
              <a:spcAft>
                <a:spcPts val="0"/>
              </a:spcAft>
              <a:buNone/>
            </a:pPr>
            <a:r>
              <a:t/>
            </a:r>
            <a:endParaRPr b="0" i="0" sz="1500" u="none">
              <a:solidFill>
                <a:srgbClr val="000099"/>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8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32" name="Google Shape;432;p8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7.3 Pointer Operators</a:t>
            </a:r>
            <a:endParaRPr/>
          </a:p>
        </p:txBody>
      </p:sp>
      <p:sp>
        <p:nvSpPr>
          <p:cNvPr id="433" name="Google Shape;433;p82"/>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3000"/>
              <a:buFont typeface="Noto Sans Symbols"/>
              <a:buChar char="▪"/>
            </a:pPr>
            <a:r>
              <a:rPr b="1" i="0" lang="en-US" sz="3000" u="none">
                <a:solidFill>
                  <a:srgbClr val="000000"/>
                </a:solidFill>
                <a:latin typeface="Droid Sans Mono"/>
                <a:ea typeface="Droid Sans Mono"/>
                <a:cs typeface="Droid Sans Mono"/>
                <a:sym typeface="Droid Sans Mono"/>
              </a:rPr>
              <a:t>&amp;</a:t>
            </a:r>
            <a:r>
              <a:rPr b="1" i="0" lang="en-US" sz="2800" u="none">
                <a:solidFill>
                  <a:srgbClr val="000000"/>
                </a:solidFill>
                <a:latin typeface="Times New Roman"/>
                <a:ea typeface="Times New Roman"/>
                <a:cs typeface="Times New Roman"/>
                <a:sym typeface="Times New Roman"/>
              </a:rPr>
              <a:t> (address operator)</a:t>
            </a:r>
            <a:endParaRPr/>
          </a:p>
          <a:p>
            <a:pPr indent="-290512" lvl="1" marL="747712" rtl="0" algn="l">
              <a:lnSpc>
                <a:spcPct val="100000"/>
              </a:lnSpc>
              <a:spcBef>
                <a:spcPts val="750"/>
              </a:spcBef>
              <a:spcAft>
                <a:spcPts val="0"/>
              </a:spcAft>
              <a:buClr>
                <a:srgbClr val="4F87C6"/>
              </a:buClr>
              <a:buSzPts val="2600"/>
              <a:buFont typeface="Arial"/>
              <a:buChar char="–"/>
            </a:pPr>
            <a:r>
              <a:rPr b="1" i="0" lang="en-US" sz="2600" u="none">
                <a:solidFill>
                  <a:srgbClr val="000000"/>
                </a:solidFill>
                <a:latin typeface="Times New Roman"/>
                <a:ea typeface="Times New Roman"/>
                <a:cs typeface="Times New Roman"/>
                <a:sym typeface="Times New Roman"/>
              </a:rPr>
              <a:t>Returns address of operand</a:t>
            </a:r>
            <a:endParaRPr/>
          </a:p>
          <a:p>
            <a:pPr indent="-228600" lvl="2" marL="1143000" rtl="0" algn="l">
              <a:lnSpc>
                <a:spcPct val="100000"/>
              </a:lnSpc>
              <a:spcBef>
                <a:spcPts val="650"/>
              </a:spcBef>
              <a:spcAft>
                <a:spcPts val="0"/>
              </a:spcAft>
              <a:buSzPts val="2000"/>
              <a:buNone/>
            </a:pPr>
            <a:r>
              <a:rPr b="1" i="0" lang="en-US" sz="2000" u="none">
                <a:solidFill>
                  <a:schemeClr val="dk1"/>
                </a:solidFill>
                <a:latin typeface="Droid Sans Mono"/>
                <a:ea typeface="Droid Sans Mono"/>
                <a:cs typeface="Droid Sans Mono"/>
                <a:sym typeface="Droid Sans Mono"/>
              </a:rPr>
              <a:t>int y = 5;</a:t>
            </a:r>
            <a:endParaRPr/>
          </a:p>
          <a:p>
            <a:pPr indent="-228600" lvl="2" marL="1143000" rtl="0" algn="l">
              <a:lnSpc>
                <a:spcPct val="100000"/>
              </a:lnSpc>
              <a:spcBef>
                <a:spcPts val="500"/>
              </a:spcBef>
              <a:spcAft>
                <a:spcPts val="0"/>
              </a:spcAft>
              <a:buSzPts val="2000"/>
              <a:buNone/>
            </a:pPr>
            <a:r>
              <a:rPr b="1" i="0" lang="en-US" sz="2000" u="none">
                <a:solidFill>
                  <a:schemeClr val="dk1"/>
                </a:solidFill>
                <a:latin typeface="Droid Sans Mono"/>
                <a:ea typeface="Droid Sans Mono"/>
                <a:cs typeface="Droid Sans Mono"/>
                <a:sym typeface="Droid Sans Mono"/>
              </a:rPr>
              <a:t>int *yPtr; </a:t>
            </a:r>
            <a:endParaRPr/>
          </a:p>
          <a:p>
            <a:pPr indent="-228600" lvl="2" marL="1143000" rtl="0" algn="l">
              <a:lnSpc>
                <a:spcPct val="100000"/>
              </a:lnSpc>
              <a:spcBef>
                <a:spcPts val="500"/>
              </a:spcBef>
              <a:spcAft>
                <a:spcPts val="0"/>
              </a:spcAft>
              <a:buSzPts val="2000"/>
              <a:buNone/>
            </a:pPr>
            <a:r>
              <a:rPr b="1" i="0" lang="en-US" sz="2000" u="none">
                <a:solidFill>
                  <a:schemeClr val="dk1"/>
                </a:solidFill>
                <a:latin typeface="Droid Sans Mono"/>
                <a:ea typeface="Droid Sans Mono"/>
                <a:cs typeface="Droid Sans Mono"/>
                <a:sym typeface="Droid Sans Mono"/>
              </a:rPr>
              <a:t>yPtr = &amp;y;     /* yPtr gets address of y */</a:t>
            </a:r>
            <a:endParaRPr/>
          </a:p>
          <a:p>
            <a:pPr indent="-228600" lvl="2" marL="1143000" rtl="0" algn="l">
              <a:lnSpc>
                <a:spcPct val="100000"/>
              </a:lnSpc>
              <a:spcBef>
                <a:spcPts val="500"/>
              </a:spcBef>
              <a:spcAft>
                <a:spcPts val="0"/>
              </a:spcAft>
              <a:buSzPts val="2000"/>
              <a:buNone/>
            </a:pPr>
            <a:r>
              <a:rPr b="1" i="0" lang="en-US" sz="2000" u="none">
                <a:solidFill>
                  <a:schemeClr val="dk1"/>
                </a:solidFill>
                <a:latin typeface="Droid Sans Mono"/>
                <a:ea typeface="Droid Sans Mono"/>
                <a:cs typeface="Droid Sans Mono"/>
                <a:sym typeface="Droid Sans Mono"/>
              </a:rPr>
              <a:t>yPtr “points to” 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8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40" name="Google Shape;440;p83"/>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7.2</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Graphical representation of a pointer pointing to an integer variable in memory. </a:t>
            </a:r>
            <a:endParaRPr/>
          </a:p>
        </p:txBody>
      </p:sp>
      <p:pic>
        <p:nvPicPr>
          <p:cNvPr descr="AAEMZIR0" id="441" name="Google Shape;441;p83"/>
          <p:cNvPicPr preferRelativeResize="0"/>
          <p:nvPr/>
        </p:nvPicPr>
        <p:blipFill rotWithShape="1">
          <a:blip r:embed="rId3">
            <a:alphaModFix/>
          </a:blip>
          <a:srcRect b="0" l="0" r="0" t="0"/>
          <a:stretch/>
        </p:blipFill>
        <p:spPr>
          <a:xfrm>
            <a:off x="754062" y="2833687"/>
            <a:ext cx="7605712" cy="11795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8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48" name="Google Shape;448;p84"/>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7.3</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Representation of </a:t>
            </a:r>
            <a:r>
              <a:rPr b="1" i="0" lang="en-US" sz="1600" u="none">
                <a:solidFill>
                  <a:srgbClr val="000000"/>
                </a:solidFill>
                <a:latin typeface="Droid Sans Mono"/>
                <a:ea typeface="Droid Sans Mono"/>
                <a:cs typeface="Droid Sans Mono"/>
                <a:sym typeface="Droid Sans Mono"/>
              </a:rPr>
              <a:t>y</a:t>
            </a:r>
            <a:r>
              <a:rPr b="0" i="0" lang="en-US" sz="1600" u="none">
                <a:solidFill>
                  <a:srgbClr val="000000"/>
                </a:solidFill>
                <a:latin typeface="Arial"/>
                <a:ea typeface="Arial"/>
                <a:cs typeface="Arial"/>
                <a:sym typeface="Arial"/>
              </a:rPr>
              <a:t> and </a:t>
            </a:r>
            <a:r>
              <a:rPr b="1" i="0" lang="en-US" sz="1600" u="none">
                <a:solidFill>
                  <a:srgbClr val="000000"/>
                </a:solidFill>
                <a:latin typeface="Droid Sans Mono"/>
                <a:ea typeface="Droid Sans Mono"/>
                <a:cs typeface="Droid Sans Mono"/>
                <a:sym typeface="Droid Sans Mono"/>
              </a:rPr>
              <a:t>yPtr</a:t>
            </a:r>
            <a:r>
              <a:rPr b="0" i="0" lang="en-US" sz="1600" u="none">
                <a:solidFill>
                  <a:srgbClr val="000000"/>
                </a:solidFill>
                <a:latin typeface="Arial"/>
                <a:ea typeface="Arial"/>
                <a:cs typeface="Arial"/>
                <a:sym typeface="Arial"/>
              </a:rPr>
              <a:t> in memory. </a:t>
            </a:r>
            <a:endParaRPr/>
          </a:p>
        </p:txBody>
      </p:sp>
      <p:pic>
        <p:nvPicPr>
          <p:cNvPr descr="AAEMZIS0" id="449" name="Google Shape;449;p84"/>
          <p:cNvPicPr preferRelativeResize="0"/>
          <p:nvPr/>
        </p:nvPicPr>
        <p:blipFill rotWithShape="1">
          <a:blip r:embed="rId3">
            <a:alphaModFix/>
          </a:blip>
          <a:srcRect b="0" l="0" r="0" t="0"/>
          <a:stretch/>
        </p:blipFill>
        <p:spPr>
          <a:xfrm>
            <a:off x="768350" y="2824162"/>
            <a:ext cx="7605712" cy="11795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8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56" name="Google Shape;456;p8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7.3 Pointer Operators</a:t>
            </a:r>
            <a:endParaRPr/>
          </a:p>
        </p:txBody>
      </p:sp>
      <p:sp>
        <p:nvSpPr>
          <p:cNvPr id="457" name="Google Shape;457;p85"/>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600"/>
              <a:buFont typeface="Noto Sans Symbols"/>
              <a:buChar char="▪"/>
            </a:pPr>
            <a:r>
              <a:rPr b="1" i="0" lang="en-US" sz="26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(indirection/dereferencing operator)</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Returns a synonym/alias of what its operand points to</a:t>
            </a:r>
            <a:endParaRPr/>
          </a:p>
          <a:p>
            <a:pPr indent="-290512" lvl="1" marL="747712" rtl="0" algn="l">
              <a:lnSpc>
                <a:spcPct val="100000"/>
              </a:lnSpc>
              <a:spcBef>
                <a:spcPts val="55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*yptr</a:t>
            </a:r>
            <a:r>
              <a:rPr b="1" i="0" lang="en-US" sz="2200" u="none">
                <a:solidFill>
                  <a:srgbClr val="000000"/>
                </a:solidFill>
                <a:latin typeface="Times New Roman"/>
                <a:ea typeface="Times New Roman"/>
                <a:cs typeface="Times New Roman"/>
                <a:sym typeface="Times New Roman"/>
              </a:rPr>
              <a:t> returns </a:t>
            </a:r>
            <a:r>
              <a:rPr b="1" i="0" lang="en-US" sz="2000" u="none">
                <a:solidFill>
                  <a:srgbClr val="000000"/>
                </a:solidFill>
                <a:latin typeface="Droid Sans Mono"/>
                <a:ea typeface="Droid Sans Mono"/>
                <a:cs typeface="Droid Sans Mono"/>
                <a:sym typeface="Droid Sans Mono"/>
              </a:rPr>
              <a:t>y</a:t>
            </a:r>
            <a:r>
              <a:rPr b="1" i="0" lang="en-US" sz="2200" u="none">
                <a:solidFill>
                  <a:srgbClr val="000000"/>
                </a:solidFill>
                <a:latin typeface="Times New Roman"/>
                <a:ea typeface="Times New Roman"/>
                <a:cs typeface="Times New Roman"/>
                <a:sym typeface="Times New Roman"/>
              </a:rPr>
              <a:t> (because </a:t>
            </a:r>
            <a:r>
              <a:rPr b="1" i="0" lang="en-US" sz="2000" u="none">
                <a:solidFill>
                  <a:srgbClr val="000000"/>
                </a:solidFill>
                <a:latin typeface="Droid Sans Mono"/>
                <a:ea typeface="Droid Sans Mono"/>
                <a:cs typeface="Droid Sans Mono"/>
                <a:sym typeface="Droid Sans Mono"/>
              </a:rPr>
              <a:t>yptr</a:t>
            </a:r>
            <a:r>
              <a:rPr b="1" i="0" lang="en-US" sz="2200" u="none">
                <a:solidFill>
                  <a:srgbClr val="000000"/>
                </a:solidFill>
                <a:latin typeface="Times New Roman"/>
                <a:ea typeface="Times New Roman"/>
                <a:cs typeface="Times New Roman"/>
                <a:sym typeface="Times New Roman"/>
              </a:rPr>
              <a:t> points to</a:t>
            </a:r>
            <a:r>
              <a:rPr b="1" i="0" lang="en-US" sz="2000" u="none">
                <a:solidFill>
                  <a:srgbClr val="000000"/>
                </a:solidFill>
                <a:latin typeface="Times New Roman"/>
                <a:ea typeface="Times New Roman"/>
                <a:cs typeface="Times New Roman"/>
                <a:sym typeface="Times New Roman"/>
              </a:rPr>
              <a:t> </a:t>
            </a:r>
            <a:r>
              <a:rPr b="1" i="0" lang="en-US" sz="2000" u="none">
                <a:solidFill>
                  <a:srgbClr val="000000"/>
                </a:solidFill>
                <a:latin typeface="Droid Sans Mono"/>
                <a:ea typeface="Droid Sans Mono"/>
                <a:cs typeface="Droid Sans Mono"/>
                <a:sym typeface="Droid Sans Mono"/>
              </a:rPr>
              <a:t>y</a:t>
            </a:r>
            <a:r>
              <a:rPr b="1" i="0" lang="en-US" sz="2200" u="none">
                <a:solidFill>
                  <a:srgbClr val="000000"/>
                </a:solidFill>
                <a:latin typeface="Times New Roman"/>
                <a:ea typeface="Times New Roman"/>
                <a:cs typeface="Times New Roman"/>
                <a:sym typeface="Times New Roman"/>
              </a:rPr>
              <a:t>)</a:t>
            </a:r>
            <a:endParaRPr/>
          </a:p>
          <a:p>
            <a:pPr indent="-290512" lvl="1" marL="747712" rtl="0" algn="l">
              <a:lnSpc>
                <a:spcPct val="100000"/>
              </a:lnSpc>
              <a:spcBef>
                <a:spcPts val="55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can be used for assignment </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Returns alias to an object</a:t>
            </a:r>
            <a:endParaRPr/>
          </a:p>
          <a:p>
            <a:pPr indent="-290511" lvl="3" marL="1662111" rtl="0" algn="l">
              <a:lnSpc>
                <a:spcPct val="100000"/>
              </a:lnSpc>
              <a:spcBef>
                <a:spcPts val="500"/>
              </a:spcBef>
              <a:spcAft>
                <a:spcPts val="0"/>
              </a:spcAft>
              <a:buSzPts val="1800"/>
              <a:buNone/>
            </a:pPr>
            <a:r>
              <a:rPr b="1" i="0" lang="en-US" sz="1800" u="none">
                <a:solidFill>
                  <a:schemeClr val="dk1"/>
                </a:solidFill>
                <a:latin typeface="Droid Sans Mono"/>
                <a:ea typeface="Droid Sans Mono"/>
                <a:cs typeface="Droid Sans Mono"/>
                <a:sym typeface="Droid Sans Mono"/>
              </a:rPr>
              <a:t>*yptr = 7;  /* changes y to 7 */</a:t>
            </a:r>
            <a:endParaRPr/>
          </a:p>
          <a:p>
            <a:pPr indent="-290512" lvl="1" marL="747712" rtl="0" algn="l">
              <a:lnSpc>
                <a:spcPct val="100000"/>
              </a:lnSpc>
              <a:spcBef>
                <a:spcPts val="4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Dereferenced pointer (operand of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must be an lvalue (no constants)</a:t>
            </a:r>
            <a:endParaRPr/>
          </a:p>
          <a:p>
            <a:pPr indent="-228600" lvl="0" marL="228600" rtl="0" algn="l">
              <a:lnSpc>
                <a:spcPct val="100000"/>
              </a:lnSpc>
              <a:spcBef>
                <a:spcPts val="550"/>
              </a:spcBef>
              <a:spcAft>
                <a:spcPts val="0"/>
              </a:spcAft>
              <a:buClr>
                <a:srgbClr val="4F87C6"/>
              </a:buClr>
              <a:buSzPts val="2600"/>
              <a:buFont typeface="Noto Sans Symbols"/>
              <a:buChar char="▪"/>
            </a:pPr>
            <a:r>
              <a:rPr b="1" i="0" lang="en-US" sz="26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and </a:t>
            </a:r>
            <a:r>
              <a:rPr b="1" i="0" lang="en-US" sz="2600" u="none">
                <a:solidFill>
                  <a:srgbClr val="000000"/>
                </a:solidFill>
                <a:latin typeface="Droid Sans Mono"/>
                <a:ea typeface="Droid Sans Mono"/>
                <a:cs typeface="Droid Sans Mono"/>
                <a:sym typeface="Droid Sans Mono"/>
              </a:rPr>
              <a:t>&amp;</a:t>
            </a:r>
            <a:r>
              <a:rPr b="1" i="0" lang="en-US" sz="2800" u="none">
                <a:solidFill>
                  <a:srgbClr val="000000"/>
                </a:solidFill>
                <a:latin typeface="Times New Roman"/>
                <a:ea typeface="Times New Roman"/>
                <a:cs typeface="Times New Roman"/>
                <a:sym typeface="Times New Roman"/>
              </a:rPr>
              <a:t> are inverses </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They cancel each other out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8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464" name="Google Shape;464;p86"/>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7.2</a:t>
            </a:r>
            <a:endParaRPr/>
          </a:p>
        </p:txBody>
      </p:sp>
      <p:sp>
        <p:nvSpPr>
          <p:cNvPr id="465" name="Google Shape;465;p86"/>
          <p:cNvSpPr txBox="1"/>
          <p:nvPr>
            <p:ph idx="1" type="body"/>
          </p:nvPr>
        </p:nvSpPr>
        <p:spPr>
          <a:xfrm>
            <a:off x="1141412" y="2055812"/>
            <a:ext cx="7316787" cy="2936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Dereferencing a pointer that has not been properly initialized or that has not been assigned to point to a specific location in memory is an error. This could cause a fatal execution-time error, or it could accidentally modify important data and allow the program to run to completion with incorrect results.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8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472" name="Google Shape;472;p87"/>
          <p:cNvPicPr preferRelativeResize="0"/>
          <p:nvPr/>
        </p:nvPicPr>
        <p:blipFill rotWithShape="1">
          <a:blip r:embed="rId3">
            <a:alphaModFix/>
          </a:blip>
          <a:srcRect b="0" l="0" r="0" t="0"/>
          <a:stretch/>
        </p:blipFill>
        <p:spPr>
          <a:xfrm>
            <a:off x="101600" y="0"/>
            <a:ext cx="7061200" cy="5426075"/>
          </a:xfrm>
          <a:prstGeom prst="rect">
            <a:avLst/>
          </a:prstGeom>
          <a:noFill/>
          <a:ln>
            <a:noFill/>
          </a:ln>
        </p:spPr>
      </p:pic>
      <p:sp>
        <p:nvSpPr>
          <p:cNvPr id="473" name="Google Shape;473;p87"/>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474" name="Google Shape;474;p87"/>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fig07_04.c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2 )</a:t>
            </a:r>
            <a:endParaRPr/>
          </a:p>
        </p:txBody>
      </p:sp>
      <p:sp>
        <p:nvSpPr>
          <p:cNvPr id="475" name="Google Shape;475;p87"/>
          <p:cNvSpPr txBox="1"/>
          <p:nvPr/>
        </p:nvSpPr>
        <p:spPr>
          <a:xfrm>
            <a:off x="5486400" y="2514600"/>
            <a:ext cx="33528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If </a:t>
            </a:r>
            <a:r>
              <a:rPr b="1" i="0" lang="en-US" sz="1600" u="none">
                <a:solidFill>
                  <a:schemeClr val="dk1"/>
                </a:solidFill>
                <a:latin typeface="Courier New"/>
                <a:ea typeface="Courier New"/>
                <a:cs typeface="Courier New"/>
                <a:sym typeface="Courier New"/>
              </a:rPr>
              <a:t>aPtr</a:t>
            </a:r>
            <a:r>
              <a:rPr b="0" i="0" lang="en-US" sz="1600" u="none">
                <a:solidFill>
                  <a:schemeClr val="dk1"/>
                </a:solidFill>
                <a:latin typeface="Times New Roman"/>
                <a:ea typeface="Times New Roman"/>
                <a:cs typeface="Times New Roman"/>
                <a:sym typeface="Times New Roman"/>
              </a:rPr>
              <a:t> points to </a:t>
            </a:r>
            <a:r>
              <a:rPr b="1" i="0" lang="en-US" sz="1600" u="none">
                <a:solidFill>
                  <a:schemeClr val="dk1"/>
                </a:solidFill>
                <a:latin typeface="Courier New"/>
                <a:ea typeface="Courier New"/>
                <a:cs typeface="Courier New"/>
                <a:sym typeface="Courier New"/>
              </a:rPr>
              <a:t>a</a:t>
            </a:r>
            <a:r>
              <a:rPr b="0" i="0" lang="en-US" sz="1600" u="none">
                <a:solidFill>
                  <a:schemeClr val="dk1"/>
                </a:solidFill>
                <a:latin typeface="Times New Roman"/>
                <a:ea typeface="Times New Roman"/>
                <a:cs typeface="Times New Roman"/>
                <a:sym typeface="Times New Roman"/>
              </a:rPr>
              <a:t>, then </a:t>
            </a:r>
            <a:r>
              <a:rPr b="1" i="0" lang="en-US" sz="1600" u="none">
                <a:solidFill>
                  <a:schemeClr val="dk1"/>
                </a:solidFill>
                <a:latin typeface="Courier New"/>
                <a:ea typeface="Courier New"/>
                <a:cs typeface="Courier New"/>
                <a:sym typeface="Courier New"/>
              </a:rPr>
              <a:t>&amp;a</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aPtr</a:t>
            </a:r>
            <a:r>
              <a:rPr b="0" i="0" lang="en-US" sz="1600" u="none">
                <a:solidFill>
                  <a:schemeClr val="dk1"/>
                </a:solidFill>
                <a:latin typeface="Times New Roman"/>
                <a:ea typeface="Times New Roman"/>
                <a:cs typeface="Times New Roman"/>
                <a:sym typeface="Times New Roman"/>
              </a:rPr>
              <a:t> have the same value.</a:t>
            </a:r>
            <a:endParaRPr/>
          </a:p>
        </p:txBody>
      </p:sp>
      <p:cxnSp>
        <p:nvCxnSpPr>
          <p:cNvPr id="476" name="Google Shape;476;p87"/>
          <p:cNvCxnSpPr/>
          <p:nvPr/>
        </p:nvCxnSpPr>
        <p:spPr>
          <a:xfrm rot="10800000">
            <a:off x="4648200" y="2819400"/>
            <a:ext cx="838200" cy="0"/>
          </a:xfrm>
          <a:prstGeom prst="straightConnector1">
            <a:avLst/>
          </a:prstGeom>
          <a:noFill/>
          <a:ln cap="flat" cmpd="sng" w="9525">
            <a:solidFill>
              <a:schemeClr val="dk1"/>
            </a:solidFill>
            <a:prstDash val="solid"/>
            <a:miter lim="800000"/>
            <a:headEnd len="med" w="med" type="none"/>
            <a:tailEnd len="med" w="med" type="triangle"/>
          </a:ln>
        </p:spPr>
      </p:cxnSp>
      <p:sp>
        <p:nvSpPr>
          <p:cNvPr id="477" name="Google Shape;477;p87"/>
          <p:cNvSpPr txBox="1"/>
          <p:nvPr/>
        </p:nvSpPr>
        <p:spPr>
          <a:xfrm>
            <a:off x="5791200" y="3276600"/>
            <a:ext cx="3048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a</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*aPtr</a:t>
            </a:r>
            <a:r>
              <a:rPr b="0" i="0" lang="en-US" sz="1600" u="none">
                <a:solidFill>
                  <a:schemeClr val="dk1"/>
                </a:solidFill>
                <a:latin typeface="Times New Roman"/>
                <a:ea typeface="Times New Roman"/>
                <a:cs typeface="Times New Roman"/>
                <a:sym typeface="Times New Roman"/>
              </a:rPr>
              <a:t> have the same value</a:t>
            </a:r>
            <a:endParaRPr/>
          </a:p>
        </p:txBody>
      </p:sp>
      <p:cxnSp>
        <p:nvCxnSpPr>
          <p:cNvPr id="478" name="Google Shape;478;p87"/>
          <p:cNvCxnSpPr/>
          <p:nvPr/>
        </p:nvCxnSpPr>
        <p:spPr>
          <a:xfrm rot="10800000">
            <a:off x="4724400" y="3429000"/>
            <a:ext cx="1066800" cy="0"/>
          </a:xfrm>
          <a:prstGeom prst="straightConnector1">
            <a:avLst/>
          </a:prstGeom>
          <a:noFill/>
          <a:ln cap="flat" cmpd="sng" w="9525">
            <a:solidFill>
              <a:schemeClr val="dk1"/>
            </a:solidFill>
            <a:prstDash val="solid"/>
            <a:miter lim="800000"/>
            <a:headEnd len="med" w="med" type="none"/>
            <a:tailEnd len="med" w="med" type="triangle"/>
          </a:ln>
        </p:spPr>
      </p:cxnSp>
      <p:sp>
        <p:nvSpPr>
          <p:cNvPr id="479" name="Google Shape;479;p87"/>
          <p:cNvSpPr txBox="1"/>
          <p:nvPr/>
        </p:nvSpPr>
        <p:spPr>
          <a:xfrm>
            <a:off x="5029200" y="4114800"/>
            <a:ext cx="3810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&amp;*aPtr</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*&amp;aPtr</a:t>
            </a:r>
            <a:r>
              <a:rPr b="0" i="0" lang="en-US" sz="1600" u="none">
                <a:solidFill>
                  <a:schemeClr val="dk1"/>
                </a:solidFill>
                <a:latin typeface="Times New Roman"/>
                <a:ea typeface="Times New Roman"/>
                <a:cs typeface="Times New Roman"/>
                <a:sym typeface="Times New Roman"/>
              </a:rPr>
              <a:t> have the same value</a:t>
            </a:r>
            <a:endParaRPr/>
          </a:p>
        </p:txBody>
      </p:sp>
      <p:cxnSp>
        <p:nvCxnSpPr>
          <p:cNvPr id="480" name="Google Shape;480;p87"/>
          <p:cNvCxnSpPr/>
          <p:nvPr/>
        </p:nvCxnSpPr>
        <p:spPr>
          <a:xfrm rot="10800000">
            <a:off x="4267200" y="4267200"/>
            <a:ext cx="7620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487" name="Google Shape;487;p88"/>
          <p:cNvPicPr preferRelativeResize="0"/>
          <p:nvPr/>
        </p:nvPicPr>
        <p:blipFill rotWithShape="1">
          <a:blip r:embed="rId3">
            <a:alphaModFix/>
          </a:blip>
          <a:srcRect b="0" l="0" r="0" t="0"/>
          <a:stretch/>
        </p:blipFill>
        <p:spPr>
          <a:xfrm>
            <a:off x="0" y="0"/>
            <a:ext cx="7051675" cy="2430462"/>
          </a:xfrm>
          <a:prstGeom prst="rect">
            <a:avLst/>
          </a:prstGeom>
          <a:noFill/>
          <a:ln>
            <a:noFill/>
          </a:ln>
        </p:spPr>
      </p:pic>
      <p:sp>
        <p:nvSpPr>
          <p:cNvPr id="488" name="Google Shape;488;p88"/>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489" name="Google Shape;489;p88"/>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fig07_04.c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2 )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496" name="Google Shape;496;p89"/>
          <p:cNvPicPr preferRelativeResize="0"/>
          <p:nvPr>
            <p:ph idx="1" type="body"/>
          </p:nvPr>
        </p:nvPicPr>
        <p:blipFill rotWithShape="1">
          <a:blip r:embed="rId3">
            <a:alphaModFix/>
          </a:blip>
          <a:srcRect b="0" l="0" r="0" t="0"/>
          <a:stretch/>
        </p:blipFill>
        <p:spPr>
          <a:xfrm>
            <a:off x="1539875" y="677862"/>
            <a:ext cx="6029325" cy="4732337"/>
          </a:xfrm>
          <a:prstGeom prst="rect">
            <a:avLst/>
          </a:prstGeom>
          <a:noFill/>
          <a:ln>
            <a:noFill/>
          </a:ln>
        </p:spPr>
      </p:pic>
      <p:sp>
        <p:nvSpPr>
          <p:cNvPr id="497" name="Google Shape;497;p89"/>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7.5</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a:t>
            </a:r>
            <a:r>
              <a:rPr b="0" i="0" lang="en-US" sz="1600" u="none">
                <a:solidFill>
                  <a:schemeClr val="dk1"/>
                </a:solidFill>
                <a:latin typeface="Arial"/>
                <a:ea typeface="Arial"/>
                <a:cs typeface="Arial"/>
                <a:sym typeface="Arial"/>
              </a:rPr>
              <a:t>Operator precedence.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9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04" name="Google Shape;504;p9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7.4 Calling Functions by Reference</a:t>
            </a:r>
            <a:endParaRPr/>
          </a:p>
        </p:txBody>
      </p:sp>
      <p:sp>
        <p:nvSpPr>
          <p:cNvPr id="505" name="Google Shape;505;p90"/>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Call by reference with pointer arguments</a:t>
            </a:r>
            <a:endParaRPr/>
          </a:p>
          <a:p>
            <a:pPr indent="-290512" lvl="1" marL="747712" rtl="0" algn="l">
              <a:lnSpc>
                <a:spcPct val="9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Pass address of argument using </a:t>
            </a:r>
            <a:r>
              <a:rPr b="1" i="0" lang="en-US" sz="2000" u="none">
                <a:solidFill>
                  <a:srgbClr val="000000"/>
                </a:solidFill>
                <a:latin typeface="Droid Sans Mono"/>
                <a:ea typeface="Droid Sans Mono"/>
                <a:cs typeface="Droid Sans Mono"/>
                <a:sym typeface="Droid Sans Mono"/>
              </a:rPr>
              <a:t>&amp;</a:t>
            </a:r>
            <a:r>
              <a:rPr b="1" i="0" lang="en-US" sz="2200" u="none">
                <a:solidFill>
                  <a:srgbClr val="000000"/>
                </a:solidFill>
                <a:latin typeface="Times New Roman"/>
                <a:ea typeface="Times New Roman"/>
                <a:cs typeface="Times New Roman"/>
                <a:sym typeface="Times New Roman"/>
              </a:rPr>
              <a:t> operator</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Allows you to change actual location in memory</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Arrays are not passed with </a:t>
            </a:r>
            <a:r>
              <a:rPr b="1" i="0" lang="en-US" sz="2000" u="none">
                <a:solidFill>
                  <a:srgbClr val="000000"/>
                </a:solidFill>
                <a:latin typeface="Droid Sans Mono"/>
                <a:ea typeface="Droid Sans Mono"/>
                <a:cs typeface="Droid Sans Mono"/>
                <a:sym typeface="Droid Sans Mono"/>
              </a:rPr>
              <a:t>&amp;</a:t>
            </a:r>
            <a:r>
              <a:rPr b="1" i="0" lang="en-US" sz="2200" u="none">
                <a:solidFill>
                  <a:srgbClr val="000000"/>
                </a:solidFill>
                <a:latin typeface="Times New Roman"/>
                <a:ea typeface="Times New Roman"/>
                <a:cs typeface="Times New Roman"/>
                <a:sym typeface="Times New Roman"/>
              </a:rPr>
              <a:t> because the array name is already a pointer</a:t>
            </a:r>
            <a:endParaRPr/>
          </a:p>
          <a:p>
            <a:pPr indent="-228600" lvl="0" marL="228600" rtl="0" algn="l">
              <a:lnSpc>
                <a:spcPct val="90000"/>
              </a:lnSpc>
              <a:spcBef>
                <a:spcPts val="550"/>
              </a:spcBef>
              <a:spcAft>
                <a:spcPts val="0"/>
              </a:spcAft>
              <a:buClr>
                <a:srgbClr val="4F87C6"/>
              </a:buClr>
              <a:buSzPts val="2600"/>
              <a:buFont typeface="Noto Sans Symbols"/>
              <a:buChar char="▪"/>
            </a:pPr>
            <a:r>
              <a:rPr b="1" i="0" lang="en-US" sz="26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operator </a:t>
            </a:r>
            <a:endParaRPr/>
          </a:p>
          <a:p>
            <a:pPr indent="-290512" lvl="1" marL="747712" rtl="0" algn="l">
              <a:lnSpc>
                <a:spcPct val="9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Used as alias/nickname for variable inside of function</a:t>
            </a:r>
            <a:endParaRPr/>
          </a:p>
          <a:p>
            <a:pPr indent="-290511" lvl="3" marL="1662111" rtl="0" algn="l">
              <a:lnSpc>
                <a:spcPct val="9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void double( int *number )</a:t>
            </a:r>
            <a:endParaRPr/>
          </a:p>
          <a:p>
            <a:pPr indent="-290511" lvl="3" marL="1662111" rtl="0" algn="l">
              <a:lnSpc>
                <a:spcPct val="90000"/>
              </a:lnSpc>
              <a:spcBef>
                <a:spcPts val="450"/>
              </a:spcBef>
              <a:spcAft>
                <a:spcPts val="0"/>
              </a:spcAft>
              <a:buSzPts val="1800"/>
              <a:buNone/>
            </a:pPr>
            <a:r>
              <a:rPr b="1" i="0" lang="en-US" sz="1800" u="none">
                <a:solidFill>
                  <a:schemeClr val="dk1"/>
                </a:solidFill>
                <a:latin typeface="Droid Sans Mono"/>
                <a:ea typeface="Droid Sans Mono"/>
                <a:cs typeface="Droid Sans Mono"/>
                <a:sym typeface="Droid Sans Mono"/>
              </a:rPr>
              <a:t> {</a:t>
            </a:r>
            <a:endParaRPr/>
          </a:p>
          <a:p>
            <a:pPr indent="-290511" lvl="3" marL="1662111" rtl="0" algn="l">
              <a:lnSpc>
                <a:spcPct val="90000"/>
              </a:lnSpc>
              <a:spcBef>
                <a:spcPts val="450"/>
              </a:spcBef>
              <a:spcAft>
                <a:spcPts val="0"/>
              </a:spcAft>
              <a:buSzPts val="1800"/>
              <a:buNone/>
            </a:pPr>
            <a:r>
              <a:rPr b="1" i="0" lang="en-US" sz="1800" u="none">
                <a:solidFill>
                  <a:schemeClr val="dk1"/>
                </a:solidFill>
                <a:latin typeface="Droid Sans Mono"/>
                <a:ea typeface="Droid Sans Mono"/>
                <a:cs typeface="Droid Sans Mono"/>
                <a:sym typeface="Droid Sans Mono"/>
              </a:rPr>
              <a:t>	*number = 2 * ( *number );</a:t>
            </a:r>
            <a:endParaRPr/>
          </a:p>
          <a:p>
            <a:pPr indent="-290511" lvl="3" marL="1662111" rtl="0" algn="l">
              <a:lnSpc>
                <a:spcPct val="90000"/>
              </a:lnSpc>
              <a:spcBef>
                <a:spcPts val="450"/>
              </a:spcBef>
              <a:spcAft>
                <a:spcPts val="0"/>
              </a:spcAft>
              <a:buSzPts val="1800"/>
              <a:buNone/>
            </a:pPr>
            <a:r>
              <a:rPr b="1" i="0" lang="en-US" sz="1800" u="none">
                <a:solidFill>
                  <a:schemeClr val="dk1"/>
                </a:solidFill>
                <a:latin typeface="Droid Sans Mono"/>
                <a:ea typeface="Droid Sans Mono"/>
                <a:cs typeface="Droid Sans Mono"/>
                <a:sym typeface="Droid Sans Mono"/>
              </a:rPr>
              <a:t> }</a:t>
            </a:r>
            <a:endParaRPr/>
          </a:p>
          <a:p>
            <a:pPr indent="-290512" lvl="1" marL="747712" rtl="0" algn="l">
              <a:lnSpc>
                <a:spcPct val="90000"/>
              </a:lnSpc>
              <a:spcBef>
                <a:spcPts val="4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	</a:t>
            </a:r>
            <a:r>
              <a:rPr b="1" i="0" lang="en-US" sz="2000" u="none">
                <a:solidFill>
                  <a:srgbClr val="000000"/>
                </a:solidFill>
                <a:latin typeface="Droid Sans Mono"/>
                <a:ea typeface="Droid Sans Mono"/>
                <a:cs typeface="Droid Sans Mono"/>
                <a:sym typeface="Droid Sans Mono"/>
              </a:rPr>
              <a:t>*number</a:t>
            </a:r>
            <a:r>
              <a:rPr b="1" i="0" lang="en-US" sz="2200" u="none">
                <a:solidFill>
                  <a:srgbClr val="000000"/>
                </a:solidFill>
                <a:latin typeface="Times New Roman"/>
                <a:ea typeface="Times New Roman"/>
                <a:cs typeface="Times New Roman"/>
                <a:sym typeface="Times New Roman"/>
              </a:rPr>
              <a:t> used as nickname for the variable passed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9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512" name="Google Shape;512;p91"/>
          <p:cNvPicPr preferRelativeResize="0"/>
          <p:nvPr/>
        </p:nvPicPr>
        <p:blipFill rotWithShape="1">
          <a:blip r:embed="rId3">
            <a:alphaModFix/>
          </a:blip>
          <a:srcRect b="0" l="0" r="0" t="0"/>
          <a:stretch/>
        </p:blipFill>
        <p:spPr>
          <a:xfrm>
            <a:off x="0" y="0"/>
            <a:ext cx="7061200" cy="6569075"/>
          </a:xfrm>
          <a:prstGeom prst="rect">
            <a:avLst/>
          </a:prstGeom>
          <a:noFill/>
          <a:ln>
            <a:noFill/>
          </a:ln>
        </p:spPr>
      </p:pic>
      <p:sp>
        <p:nvSpPr>
          <p:cNvPr id="513" name="Google Shape;513;p91"/>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514" name="Google Shape;514;p91"/>
          <p:cNvSpPr txBox="1"/>
          <p:nvPr/>
        </p:nvSpPr>
        <p:spPr>
          <a:xfrm>
            <a:off x="7162800" y="1068387"/>
            <a:ext cx="1828800" cy="30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fig07_06.c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9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21" name="Google Shape;521;p92"/>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7.3</a:t>
            </a:r>
            <a:endParaRPr/>
          </a:p>
        </p:txBody>
      </p:sp>
      <p:sp>
        <p:nvSpPr>
          <p:cNvPr id="522" name="Google Shape;522;p92"/>
          <p:cNvSpPr txBox="1"/>
          <p:nvPr>
            <p:ph idx="1" type="body"/>
          </p:nvPr>
        </p:nvSpPr>
        <p:spPr>
          <a:xfrm>
            <a:off x="1141412" y="2055812"/>
            <a:ext cx="7545387" cy="13112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Not dereferencing a pointer when it is necessary to do so in order to obtain the value to which the pointer points is a syntax error.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529" name="Google Shape;529;p93"/>
          <p:cNvPicPr preferRelativeResize="0"/>
          <p:nvPr/>
        </p:nvPicPr>
        <p:blipFill rotWithShape="1">
          <a:blip r:embed="rId3">
            <a:alphaModFix/>
          </a:blip>
          <a:srcRect b="0" l="0" r="0" t="0"/>
          <a:stretch/>
        </p:blipFill>
        <p:spPr>
          <a:xfrm>
            <a:off x="0" y="0"/>
            <a:ext cx="7061200" cy="6569075"/>
          </a:xfrm>
          <a:prstGeom prst="rect">
            <a:avLst/>
          </a:prstGeom>
          <a:noFill/>
          <a:ln>
            <a:noFill/>
          </a:ln>
        </p:spPr>
      </p:pic>
      <p:sp>
        <p:nvSpPr>
          <p:cNvPr id="530" name="Google Shape;530;p9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531" name="Google Shape;531;p93"/>
          <p:cNvSpPr txBox="1"/>
          <p:nvPr/>
        </p:nvSpPr>
        <p:spPr>
          <a:xfrm>
            <a:off x="7162800" y="1068387"/>
            <a:ext cx="1828800" cy="30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fig07_07.c</a:t>
            </a:r>
            <a:endParaRPr/>
          </a:p>
        </p:txBody>
      </p:sp>
      <p:sp>
        <p:nvSpPr>
          <p:cNvPr id="532" name="Google Shape;532;p93"/>
          <p:cNvSpPr txBox="1"/>
          <p:nvPr/>
        </p:nvSpPr>
        <p:spPr>
          <a:xfrm>
            <a:off x="2590800" y="533400"/>
            <a:ext cx="38862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Function prototype takes a pointer argument</a:t>
            </a:r>
            <a:endParaRPr/>
          </a:p>
        </p:txBody>
      </p:sp>
      <p:cxnSp>
        <p:nvCxnSpPr>
          <p:cNvPr id="533" name="Google Shape;533;p93"/>
          <p:cNvCxnSpPr/>
          <p:nvPr/>
        </p:nvCxnSpPr>
        <p:spPr>
          <a:xfrm flipH="1">
            <a:off x="1981200" y="838200"/>
            <a:ext cx="609600" cy="228600"/>
          </a:xfrm>
          <a:prstGeom prst="straightConnector1">
            <a:avLst/>
          </a:prstGeom>
          <a:noFill/>
          <a:ln cap="flat" cmpd="sng" w="9525">
            <a:solidFill>
              <a:schemeClr val="dk1"/>
            </a:solidFill>
            <a:prstDash val="solid"/>
            <a:miter lim="800000"/>
            <a:headEnd len="med" w="med" type="none"/>
            <a:tailEnd len="med" w="med" type="triangle"/>
          </a:ln>
        </p:spPr>
      </p:cxnSp>
      <p:sp>
        <p:nvSpPr>
          <p:cNvPr id="534" name="Google Shape;534;p93"/>
          <p:cNvSpPr txBox="1"/>
          <p:nvPr/>
        </p:nvSpPr>
        <p:spPr>
          <a:xfrm>
            <a:off x="5334000" y="2514600"/>
            <a:ext cx="3429000" cy="83502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Function </a:t>
            </a:r>
            <a:r>
              <a:rPr b="1" i="0" lang="en-US" sz="1600" u="none">
                <a:solidFill>
                  <a:schemeClr val="dk1"/>
                </a:solidFill>
                <a:latin typeface="Courier New"/>
                <a:ea typeface="Courier New"/>
                <a:cs typeface="Courier New"/>
                <a:sym typeface="Courier New"/>
              </a:rPr>
              <a:t>cubeByReference</a:t>
            </a:r>
            <a:r>
              <a:rPr b="0" i="0" lang="en-US" sz="1600" u="none">
                <a:solidFill>
                  <a:schemeClr val="dk1"/>
                </a:solidFill>
                <a:latin typeface="Times New Roman"/>
                <a:ea typeface="Times New Roman"/>
                <a:cs typeface="Times New Roman"/>
                <a:sym typeface="Times New Roman"/>
              </a:rPr>
              <a:t> is passed an address, which can be the value of a pointer variable</a:t>
            </a:r>
            <a:endParaRPr/>
          </a:p>
        </p:txBody>
      </p:sp>
      <p:cxnSp>
        <p:nvCxnSpPr>
          <p:cNvPr id="535" name="Google Shape;535;p93"/>
          <p:cNvCxnSpPr/>
          <p:nvPr/>
        </p:nvCxnSpPr>
        <p:spPr>
          <a:xfrm rot="10800000">
            <a:off x="2895600" y="3048000"/>
            <a:ext cx="2438400" cy="0"/>
          </a:xfrm>
          <a:prstGeom prst="straightConnector1">
            <a:avLst/>
          </a:prstGeom>
          <a:noFill/>
          <a:ln cap="flat" cmpd="sng" w="9525">
            <a:solidFill>
              <a:schemeClr val="dk1"/>
            </a:solidFill>
            <a:prstDash val="solid"/>
            <a:miter lim="800000"/>
            <a:headEnd len="med" w="med" type="none"/>
            <a:tailEnd len="med" w="med" type="triangle"/>
          </a:ln>
        </p:spPr>
      </p:cxnSp>
      <p:sp>
        <p:nvSpPr>
          <p:cNvPr id="536" name="Google Shape;536;p93"/>
          <p:cNvSpPr txBox="1"/>
          <p:nvPr/>
        </p:nvSpPr>
        <p:spPr>
          <a:xfrm>
            <a:off x="4800600" y="4800600"/>
            <a:ext cx="4038600" cy="83502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In this program, </a:t>
            </a:r>
            <a:r>
              <a:rPr b="1" i="0" lang="en-US" sz="1600" u="none">
                <a:solidFill>
                  <a:schemeClr val="dk1"/>
                </a:solidFill>
                <a:latin typeface="Courier New"/>
                <a:ea typeface="Courier New"/>
                <a:cs typeface="Courier New"/>
                <a:sym typeface="Courier New"/>
              </a:rPr>
              <a:t>*nPtr</a:t>
            </a:r>
            <a:r>
              <a:rPr b="0" i="0" lang="en-US" sz="1600" u="none">
                <a:solidFill>
                  <a:schemeClr val="dk1"/>
                </a:solidFill>
                <a:latin typeface="Times New Roman"/>
                <a:ea typeface="Times New Roman"/>
                <a:cs typeface="Times New Roman"/>
                <a:sym typeface="Times New Roman"/>
              </a:rPr>
              <a:t> is </a:t>
            </a:r>
            <a:r>
              <a:rPr b="1" i="0" lang="en-US" sz="1600" u="none">
                <a:solidFill>
                  <a:schemeClr val="dk1"/>
                </a:solidFill>
                <a:latin typeface="Courier New"/>
                <a:ea typeface="Courier New"/>
                <a:cs typeface="Courier New"/>
                <a:sym typeface="Courier New"/>
              </a:rPr>
              <a:t>number</a:t>
            </a:r>
            <a:r>
              <a:rPr b="0" i="0" lang="en-US" sz="1600" u="none">
                <a:solidFill>
                  <a:schemeClr val="dk1"/>
                </a:solidFill>
                <a:latin typeface="Times New Roman"/>
                <a:ea typeface="Times New Roman"/>
                <a:cs typeface="Times New Roman"/>
                <a:sym typeface="Times New Roman"/>
              </a:rPr>
              <a:t>, so this statement modifies the value of </a:t>
            </a:r>
            <a:r>
              <a:rPr b="1" i="0" lang="en-US" sz="1600" u="none">
                <a:solidFill>
                  <a:schemeClr val="dk1"/>
                </a:solidFill>
                <a:latin typeface="Courier New"/>
                <a:ea typeface="Courier New"/>
                <a:cs typeface="Courier New"/>
                <a:sym typeface="Courier New"/>
              </a:rPr>
              <a:t>number</a:t>
            </a:r>
            <a:r>
              <a:rPr b="0" i="0" lang="en-US" sz="1600" u="none">
                <a:solidFill>
                  <a:schemeClr val="dk1"/>
                </a:solidFill>
                <a:latin typeface="Times New Roman"/>
                <a:ea typeface="Times New Roman"/>
                <a:cs typeface="Times New Roman"/>
                <a:sym typeface="Times New Roman"/>
              </a:rPr>
              <a:t> itself.</a:t>
            </a:r>
            <a:endParaRPr/>
          </a:p>
        </p:txBody>
      </p:sp>
      <p:cxnSp>
        <p:nvCxnSpPr>
          <p:cNvPr id="537" name="Google Shape;537;p93"/>
          <p:cNvCxnSpPr/>
          <p:nvPr/>
        </p:nvCxnSpPr>
        <p:spPr>
          <a:xfrm flipH="1">
            <a:off x="1219200" y="4953000"/>
            <a:ext cx="3581400" cy="3048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44" name="Google Shape;544;p94"/>
          <p:cNvSpPr txBox="1"/>
          <p:nvPr/>
        </p:nvSpPr>
        <p:spPr>
          <a:xfrm>
            <a:off x="838200" y="6400800"/>
            <a:ext cx="6243637"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7.8</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Analysis of a typical call-by-value. </a:t>
            </a:r>
            <a:endParaRPr/>
          </a:p>
        </p:txBody>
      </p:sp>
      <p:pic>
        <p:nvPicPr>
          <p:cNvPr descr="AAEMZIT0" id="545" name="Google Shape;545;p94"/>
          <p:cNvPicPr preferRelativeResize="0"/>
          <p:nvPr/>
        </p:nvPicPr>
        <p:blipFill rotWithShape="1">
          <a:blip r:embed="rId3">
            <a:alphaModFix/>
          </a:blip>
          <a:srcRect b="0" l="0" r="0" t="0"/>
          <a:stretch/>
        </p:blipFill>
        <p:spPr>
          <a:xfrm>
            <a:off x="1828800" y="0"/>
            <a:ext cx="4529137" cy="6400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52" name="Google Shape;552;p95"/>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7.9</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Analysis of a typical call-by-reference with a pointer argument. </a:t>
            </a:r>
            <a:r>
              <a:rPr b="0" i="0" lang="en-US" sz="1600" u="none">
                <a:solidFill>
                  <a:schemeClr val="dk1"/>
                </a:solidFill>
                <a:latin typeface="Arial"/>
                <a:ea typeface="Arial"/>
                <a:cs typeface="Arial"/>
                <a:sym typeface="Arial"/>
              </a:rPr>
              <a:t> </a:t>
            </a:r>
            <a:endParaRPr/>
          </a:p>
        </p:txBody>
      </p:sp>
      <p:pic>
        <p:nvPicPr>
          <p:cNvPr descr="AAEMZIU0" id="553" name="Google Shape;553;p95"/>
          <p:cNvPicPr preferRelativeResize="0"/>
          <p:nvPr/>
        </p:nvPicPr>
        <p:blipFill rotWithShape="1">
          <a:blip r:embed="rId3">
            <a:alphaModFix/>
          </a:blip>
          <a:srcRect b="0" l="0" r="0" t="0"/>
          <a:stretch/>
        </p:blipFill>
        <p:spPr>
          <a:xfrm>
            <a:off x="1706562" y="395287"/>
            <a:ext cx="5713412" cy="494188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9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60" name="Google Shape;560;p96"/>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Error-Prevention Tip 7.2</a:t>
            </a:r>
            <a:endParaRPr/>
          </a:p>
        </p:txBody>
      </p:sp>
      <p:sp>
        <p:nvSpPr>
          <p:cNvPr id="561" name="Google Shape;561;p96"/>
          <p:cNvSpPr txBox="1"/>
          <p:nvPr>
            <p:ph idx="1" type="body"/>
          </p:nvPr>
        </p:nvSpPr>
        <p:spPr>
          <a:xfrm>
            <a:off x="1141412" y="2055812"/>
            <a:ext cx="7392987" cy="2936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Use call-by-value to pass arguments to a function unless the caller explicitly requires</a:t>
            </a:r>
            <a:br>
              <a:rPr b="1" i="0" lang="en-US" sz="2800" u="none">
                <a:solidFill>
                  <a:srgbClr val="000000"/>
                </a:solidFill>
                <a:latin typeface="Times New Roman"/>
                <a:ea typeface="Times New Roman"/>
                <a:cs typeface="Times New Roman"/>
                <a:sym typeface="Times New Roman"/>
              </a:rPr>
            </a:br>
            <a:r>
              <a:rPr b="1" i="0" lang="en-US" sz="2800" u="none">
                <a:solidFill>
                  <a:srgbClr val="000000"/>
                </a:solidFill>
                <a:latin typeface="Times New Roman"/>
                <a:ea typeface="Times New Roman"/>
                <a:cs typeface="Times New Roman"/>
                <a:sym typeface="Times New Roman"/>
              </a:rPr>
              <a:t>the called function to modify the value of the argument variable in the caller’s environment. This prevents accidental modification of the caller’s arguments and is another example of the principle of least privilege.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68" name="Google Shape;568;p9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7.5 Using the </a:t>
            </a:r>
            <a:r>
              <a:rPr b="1" i="0" lang="en-US" sz="3200" u="none">
                <a:solidFill>
                  <a:srgbClr val="F9A75E"/>
                </a:solidFill>
                <a:latin typeface="Droid Sans Mono"/>
                <a:ea typeface="Droid Sans Mono"/>
                <a:cs typeface="Droid Sans Mono"/>
                <a:sym typeface="Droid Sans Mono"/>
              </a:rPr>
              <a:t>const</a:t>
            </a:r>
            <a:r>
              <a:rPr b="1" i="0" lang="en-US" sz="3200" u="none">
                <a:solidFill>
                  <a:srgbClr val="F9A75E"/>
                </a:solidFill>
                <a:latin typeface="Arial"/>
                <a:ea typeface="Arial"/>
                <a:cs typeface="Arial"/>
                <a:sym typeface="Arial"/>
              </a:rPr>
              <a:t> Qualifier with Pointers</a:t>
            </a:r>
            <a:endParaRPr/>
          </a:p>
        </p:txBody>
      </p:sp>
      <p:sp>
        <p:nvSpPr>
          <p:cNvPr id="569" name="Google Shape;569;p97"/>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rgbClr val="4F87C6"/>
              </a:buClr>
              <a:buSzPts val="2200"/>
              <a:buFont typeface="Noto Sans Symbols"/>
              <a:buChar char="▪"/>
            </a:pPr>
            <a:r>
              <a:rPr b="1" i="0" lang="en-US" sz="2200" u="none">
                <a:solidFill>
                  <a:srgbClr val="000000"/>
                </a:solidFill>
                <a:latin typeface="Droid Sans Mono"/>
                <a:ea typeface="Droid Sans Mono"/>
                <a:cs typeface="Droid Sans Mono"/>
                <a:sym typeface="Droid Sans Mono"/>
              </a:rPr>
              <a:t>const</a:t>
            </a:r>
            <a:r>
              <a:rPr b="1" i="0" lang="en-US" sz="2400" u="none">
                <a:solidFill>
                  <a:srgbClr val="000000"/>
                </a:solidFill>
                <a:latin typeface="Times New Roman"/>
                <a:ea typeface="Times New Roman"/>
                <a:cs typeface="Times New Roman"/>
                <a:sym typeface="Times New Roman"/>
              </a:rPr>
              <a:t> qualifier</a:t>
            </a:r>
            <a:endParaRPr/>
          </a:p>
          <a:p>
            <a:pPr indent="-290512" lvl="1" marL="747712" rtl="0" algn="l">
              <a:lnSpc>
                <a:spcPct val="80000"/>
              </a:lnSpc>
              <a:spcBef>
                <a:spcPts val="6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Variable cannot be changed</a:t>
            </a:r>
            <a:endParaRPr/>
          </a:p>
          <a:p>
            <a:pPr indent="-290512" lvl="1" marL="747712" rtl="0" algn="l">
              <a:lnSpc>
                <a:spcPct val="80000"/>
              </a:lnSpc>
              <a:spcBef>
                <a:spcPts val="5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Use </a:t>
            </a:r>
            <a:r>
              <a:rPr b="1" i="0" lang="en-US" sz="1800" u="none">
                <a:solidFill>
                  <a:srgbClr val="000000"/>
                </a:solidFill>
                <a:latin typeface="Droid Sans Mono"/>
                <a:ea typeface="Droid Sans Mono"/>
                <a:cs typeface="Droid Sans Mono"/>
                <a:sym typeface="Droid Sans Mono"/>
              </a:rPr>
              <a:t>const</a:t>
            </a:r>
            <a:r>
              <a:rPr b="1" i="0" lang="en-US" sz="2000" u="none">
                <a:solidFill>
                  <a:srgbClr val="000000"/>
                </a:solidFill>
                <a:latin typeface="Times New Roman"/>
                <a:ea typeface="Times New Roman"/>
                <a:cs typeface="Times New Roman"/>
                <a:sym typeface="Times New Roman"/>
              </a:rPr>
              <a:t> if function does not need to change a variable</a:t>
            </a:r>
            <a:endParaRPr/>
          </a:p>
          <a:p>
            <a:pPr indent="-290512" lvl="1" marL="747712" rtl="0" algn="l">
              <a:lnSpc>
                <a:spcPct val="80000"/>
              </a:lnSpc>
              <a:spcBef>
                <a:spcPts val="5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Attempting to change a </a:t>
            </a:r>
            <a:r>
              <a:rPr b="1" i="0" lang="en-US" sz="1800" u="none">
                <a:solidFill>
                  <a:srgbClr val="000000"/>
                </a:solidFill>
                <a:latin typeface="Droid Sans Mono"/>
                <a:ea typeface="Droid Sans Mono"/>
                <a:cs typeface="Droid Sans Mono"/>
                <a:sym typeface="Droid Sans Mono"/>
              </a:rPr>
              <a:t>const</a:t>
            </a:r>
            <a:r>
              <a:rPr b="1" i="0" lang="en-US" sz="2000" u="none">
                <a:solidFill>
                  <a:srgbClr val="000000"/>
                </a:solidFill>
                <a:latin typeface="Times New Roman"/>
                <a:ea typeface="Times New Roman"/>
                <a:cs typeface="Times New Roman"/>
                <a:sym typeface="Times New Roman"/>
              </a:rPr>
              <a:t> variable produces an error</a:t>
            </a:r>
            <a:endParaRPr/>
          </a:p>
          <a:p>
            <a:pPr indent="-228600" lvl="0" marL="228600" rtl="0" algn="l">
              <a:lnSpc>
                <a:spcPct val="80000"/>
              </a:lnSpc>
              <a:spcBef>
                <a:spcPts val="500"/>
              </a:spcBef>
              <a:spcAft>
                <a:spcPts val="0"/>
              </a:spcAft>
              <a:buClr>
                <a:srgbClr val="4F87C6"/>
              </a:buClr>
              <a:buSzPts val="2200"/>
              <a:buFont typeface="Noto Sans Symbols"/>
              <a:buChar char="▪"/>
            </a:pPr>
            <a:r>
              <a:rPr b="1" i="0" lang="en-US" sz="2200" u="none">
                <a:solidFill>
                  <a:srgbClr val="000000"/>
                </a:solidFill>
                <a:latin typeface="Droid Sans Mono"/>
                <a:ea typeface="Droid Sans Mono"/>
                <a:cs typeface="Droid Sans Mono"/>
                <a:sym typeface="Droid Sans Mono"/>
              </a:rPr>
              <a:t>const</a:t>
            </a:r>
            <a:r>
              <a:rPr b="1" i="0" lang="en-US" sz="2400" u="none">
                <a:solidFill>
                  <a:srgbClr val="000000"/>
                </a:solidFill>
                <a:latin typeface="Times New Roman"/>
                <a:ea typeface="Times New Roman"/>
                <a:cs typeface="Times New Roman"/>
                <a:sym typeface="Times New Roman"/>
              </a:rPr>
              <a:t> pointers</a:t>
            </a:r>
            <a:endParaRPr/>
          </a:p>
          <a:p>
            <a:pPr indent="-290512" lvl="1" marL="747712" rtl="0" algn="l">
              <a:lnSpc>
                <a:spcPct val="80000"/>
              </a:lnSpc>
              <a:spcBef>
                <a:spcPts val="6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Point to a constant memory location</a:t>
            </a:r>
            <a:endParaRPr/>
          </a:p>
          <a:p>
            <a:pPr indent="-290512" lvl="1" marL="747712" rtl="0" algn="l">
              <a:lnSpc>
                <a:spcPct val="80000"/>
              </a:lnSpc>
              <a:spcBef>
                <a:spcPts val="5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Must be initialized when defined</a:t>
            </a:r>
            <a:endParaRPr/>
          </a:p>
          <a:p>
            <a:pPr indent="-290512" lvl="1" marL="747712" rtl="0" algn="l">
              <a:lnSpc>
                <a:spcPct val="80000"/>
              </a:lnSpc>
              <a:spcBef>
                <a:spcPts val="500"/>
              </a:spcBef>
              <a:spcAft>
                <a:spcPts val="0"/>
              </a:spcAft>
              <a:buClr>
                <a:srgbClr val="4F87C6"/>
              </a:buClr>
              <a:buSzPts val="1800"/>
              <a:buFont typeface="Arial"/>
              <a:buChar char="–"/>
            </a:pPr>
            <a:r>
              <a:rPr b="1" i="0" lang="en-US" sz="1800" u="none">
                <a:solidFill>
                  <a:srgbClr val="000000"/>
                </a:solidFill>
                <a:latin typeface="Droid Sans Mono"/>
                <a:ea typeface="Droid Sans Mono"/>
                <a:cs typeface="Droid Sans Mono"/>
                <a:sym typeface="Droid Sans Mono"/>
              </a:rPr>
              <a:t>int *const myPtr = &amp;x;</a:t>
            </a:r>
            <a:endParaRPr/>
          </a:p>
          <a:p>
            <a:pPr indent="-228600" lvl="2" marL="1143000" rtl="0" algn="l">
              <a:lnSpc>
                <a:spcPct val="80000"/>
              </a:lnSpc>
              <a:spcBef>
                <a:spcPts val="450"/>
              </a:spcBef>
              <a:spcAft>
                <a:spcPts val="0"/>
              </a:spcAft>
              <a:buClr>
                <a:srgbClr val="4F87C6"/>
              </a:buClr>
              <a:buSzPts val="1800"/>
              <a:buFont typeface="Arial"/>
              <a:buChar char="-"/>
            </a:pPr>
            <a:r>
              <a:rPr b="1" i="0" lang="en-US" sz="1800" u="none">
                <a:solidFill>
                  <a:schemeClr val="dk1"/>
                </a:solidFill>
                <a:latin typeface="Times New Roman"/>
                <a:ea typeface="Times New Roman"/>
                <a:cs typeface="Times New Roman"/>
                <a:sym typeface="Times New Roman"/>
              </a:rPr>
              <a:t>Type </a:t>
            </a:r>
            <a:r>
              <a:rPr b="1" i="0" lang="en-US" sz="1600" u="none">
                <a:solidFill>
                  <a:schemeClr val="dk1"/>
                </a:solidFill>
                <a:latin typeface="Droid Sans Mono"/>
                <a:ea typeface="Droid Sans Mono"/>
                <a:cs typeface="Droid Sans Mono"/>
                <a:sym typeface="Droid Sans Mono"/>
              </a:rPr>
              <a:t>int *const</a:t>
            </a:r>
            <a:r>
              <a:rPr b="1" i="0" lang="en-US" sz="1800" u="none">
                <a:solidFill>
                  <a:schemeClr val="dk1"/>
                </a:solidFill>
                <a:latin typeface="Times New Roman"/>
                <a:ea typeface="Times New Roman"/>
                <a:cs typeface="Times New Roman"/>
                <a:sym typeface="Times New Roman"/>
              </a:rPr>
              <a:t> – constant pointer to an </a:t>
            </a:r>
            <a:r>
              <a:rPr b="1" i="0" lang="en-US" sz="1600" u="none">
                <a:solidFill>
                  <a:schemeClr val="dk1"/>
                </a:solidFill>
                <a:latin typeface="Droid Sans Mono"/>
                <a:ea typeface="Droid Sans Mono"/>
                <a:cs typeface="Droid Sans Mono"/>
                <a:sym typeface="Droid Sans Mono"/>
              </a:rPr>
              <a:t>int</a:t>
            </a:r>
            <a:endParaRPr/>
          </a:p>
          <a:p>
            <a:pPr indent="-290512" lvl="1" marL="747712" rtl="0" algn="l">
              <a:lnSpc>
                <a:spcPct val="80000"/>
              </a:lnSpc>
              <a:spcBef>
                <a:spcPts val="450"/>
              </a:spcBef>
              <a:spcAft>
                <a:spcPts val="0"/>
              </a:spcAft>
              <a:buClr>
                <a:srgbClr val="4F87C6"/>
              </a:buClr>
              <a:buSzPts val="1800"/>
              <a:buFont typeface="Arial"/>
              <a:buChar char="–"/>
            </a:pPr>
            <a:r>
              <a:rPr b="1" i="0" lang="en-US" sz="1800" u="none">
                <a:solidFill>
                  <a:srgbClr val="000000"/>
                </a:solidFill>
                <a:latin typeface="Droid Sans Mono"/>
                <a:ea typeface="Droid Sans Mono"/>
                <a:cs typeface="Droid Sans Mono"/>
                <a:sym typeface="Droid Sans Mono"/>
              </a:rPr>
              <a:t>const int *myPtr = &amp;x;</a:t>
            </a:r>
            <a:endParaRPr/>
          </a:p>
          <a:p>
            <a:pPr indent="-228600" lvl="2" marL="1143000" rtl="0" algn="l">
              <a:lnSpc>
                <a:spcPct val="80000"/>
              </a:lnSpc>
              <a:spcBef>
                <a:spcPts val="450"/>
              </a:spcBef>
              <a:spcAft>
                <a:spcPts val="0"/>
              </a:spcAft>
              <a:buClr>
                <a:srgbClr val="4F87C6"/>
              </a:buClr>
              <a:buSzPts val="1800"/>
              <a:buFont typeface="Arial"/>
              <a:buChar char="-"/>
            </a:pPr>
            <a:r>
              <a:rPr b="1" i="0" lang="en-US" sz="1800" u="none">
                <a:solidFill>
                  <a:schemeClr val="dk1"/>
                </a:solidFill>
                <a:latin typeface="Times New Roman"/>
                <a:ea typeface="Times New Roman"/>
                <a:cs typeface="Times New Roman"/>
                <a:sym typeface="Times New Roman"/>
              </a:rPr>
              <a:t>Modifiable pointer to a </a:t>
            </a:r>
            <a:r>
              <a:rPr b="1" i="0" lang="en-US" sz="1600" u="none">
                <a:solidFill>
                  <a:schemeClr val="dk1"/>
                </a:solidFill>
                <a:latin typeface="Droid Sans Mono"/>
                <a:ea typeface="Droid Sans Mono"/>
                <a:cs typeface="Droid Sans Mono"/>
                <a:sym typeface="Droid Sans Mono"/>
              </a:rPr>
              <a:t>const int</a:t>
            </a:r>
            <a:endParaRPr/>
          </a:p>
          <a:p>
            <a:pPr indent="-290512" lvl="1" marL="747712" rtl="0" algn="l">
              <a:lnSpc>
                <a:spcPct val="80000"/>
              </a:lnSpc>
              <a:spcBef>
                <a:spcPts val="450"/>
              </a:spcBef>
              <a:spcAft>
                <a:spcPts val="0"/>
              </a:spcAft>
              <a:buClr>
                <a:srgbClr val="4F87C6"/>
              </a:buClr>
              <a:buSzPts val="1800"/>
              <a:buFont typeface="Arial"/>
              <a:buChar char="–"/>
            </a:pPr>
            <a:r>
              <a:rPr b="1" i="0" lang="en-US" sz="1800" u="none">
                <a:solidFill>
                  <a:srgbClr val="000000"/>
                </a:solidFill>
                <a:latin typeface="Droid Sans Mono"/>
                <a:ea typeface="Droid Sans Mono"/>
                <a:cs typeface="Droid Sans Mono"/>
                <a:sym typeface="Droid Sans Mono"/>
              </a:rPr>
              <a:t>const int *const Ptr = &amp;x;</a:t>
            </a:r>
            <a:endParaRPr/>
          </a:p>
          <a:p>
            <a:pPr indent="-228600" lvl="2" marL="1143000" rtl="0" algn="l">
              <a:lnSpc>
                <a:spcPct val="80000"/>
              </a:lnSpc>
              <a:spcBef>
                <a:spcPts val="450"/>
              </a:spcBef>
              <a:spcAft>
                <a:spcPts val="0"/>
              </a:spcAft>
              <a:buClr>
                <a:srgbClr val="4F87C6"/>
              </a:buClr>
              <a:buSzPts val="1600"/>
              <a:buFont typeface="Arial"/>
              <a:buChar char="-"/>
            </a:pPr>
            <a:r>
              <a:rPr b="1" i="0" lang="en-US" sz="1600" u="none">
                <a:solidFill>
                  <a:schemeClr val="dk1"/>
                </a:solidFill>
                <a:latin typeface="Droid Sans Mono"/>
                <a:ea typeface="Droid Sans Mono"/>
                <a:cs typeface="Droid Sans Mono"/>
                <a:sym typeface="Droid Sans Mono"/>
              </a:rPr>
              <a:t>const</a:t>
            </a:r>
            <a:r>
              <a:rPr b="1" i="0" lang="en-US" sz="1800" u="none">
                <a:solidFill>
                  <a:schemeClr val="dk1"/>
                </a:solidFill>
                <a:latin typeface="Times New Roman"/>
                <a:ea typeface="Times New Roman"/>
                <a:cs typeface="Times New Roman"/>
                <a:sym typeface="Times New Roman"/>
              </a:rPr>
              <a:t> pointer to a </a:t>
            </a:r>
            <a:r>
              <a:rPr b="1" i="0" lang="en-US" sz="1600" u="none">
                <a:solidFill>
                  <a:schemeClr val="dk1"/>
                </a:solidFill>
                <a:latin typeface="Droid Sans Mono"/>
                <a:ea typeface="Droid Sans Mono"/>
                <a:cs typeface="Droid Sans Mono"/>
                <a:sym typeface="Droid Sans Mono"/>
              </a:rPr>
              <a:t>const int</a:t>
            </a:r>
            <a:endParaRPr/>
          </a:p>
          <a:p>
            <a:pPr indent="-228600" lvl="2" marL="1143000" rtl="0" algn="l">
              <a:lnSpc>
                <a:spcPct val="80000"/>
              </a:lnSpc>
              <a:spcBef>
                <a:spcPts val="450"/>
              </a:spcBef>
              <a:spcAft>
                <a:spcPts val="0"/>
              </a:spcAft>
              <a:buClr>
                <a:srgbClr val="4F87C6"/>
              </a:buClr>
              <a:buSzPts val="1600"/>
              <a:buFont typeface="Arial"/>
              <a:buChar char="-"/>
            </a:pPr>
            <a:r>
              <a:rPr b="1" i="0" lang="en-US" sz="1600" u="none">
                <a:solidFill>
                  <a:schemeClr val="dk1"/>
                </a:solidFill>
                <a:latin typeface="Droid Sans Mono"/>
                <a:ea typeface="Droid Sans Mono"/>
                <a:cs typeface="Droid Sans Mono"/>
                <a:sym typeface="Droid Sans Mono"/>
              </a:rPr>
              <a:t>x</a:t>
            </a:r>
            <a:r>
              <a:rPr b="1" i="0" lang="en-US" sz="1800" u="none">
                <a:solidFill>
                  <a:schemeClr val="dk1"/>
                </a:solidFill>
                <a:latin typeface="Times New Roman"/>
                <a:ea typeface="Times New Roman"/>
                <a:cs typeface="Times New Roman"/>
                <a:sym typeface="Times New Roman"/>
              </a:rPr>
              <a:t> itself can be changed, but not </a:t>
            </a:r>
            <a:r>
              <a:rPr b="1" i="0" lang="en-US" sz="1600" u="none">
                <a:solidFill>
                  <a:schemeClr val="dk1"/>
                </a:solidFill>
                <a:latin typeface="Droid Sans Mono"/>
                <a:ea typeface="Droid Sans Mono"/>
                <a:cs typeface="Droid Sans Mono"/>
                <a:sym typeface="Droid Sans Mono"/>
              </a:rPr>
              <a:t>*Ptr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76" name="Google Shape;576;p98"/>
          <p:cNvSpPr txBox="1"/>
          <p:nvPr>
            <p:ph type="title"/>
          </p:nvPr>
        </p:nvSpPr>
        <p:spPr>
          <a:xfrm>
            <a:off x="912812" y="860425"/>
            <a:ext cx="8002587" cy="56356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400"/>
              <a:buFont typeface="Arial"/>
              <a:buNone/>
            </a:pPr>
            <a:r>
              <a:rPr b="1" i="0" lang="en-US" sz="3400" u="none">
                <a:solidFill>
                  <a:srgbClr val="5AD9B3"/>
                </a:solidFill>
                <a:latin typeface="Arial"/>
                <a:ea typeface="Arial"/>
                <a:cs typeface="Arial"/>
                <a:sym typeface="Arial"/>
              </a:rPr>
              <a:t>Software Engineering Observation 7.1</a:t>
            </a:r>
            <a:endParaRPr/>
          </a:p>
        </p:txBody>
      </p:sp>
      <p:sp>
        <p:nvSpPr>
          <p:cNvPr id="577" name="Google Shape;577;p98"/>
          <p:cNvSpPr txBox="1"/>
          <p:nvPr>
            <p:ph idx="1" type="body"/>
          </p:nvPr>
        </p:nvSpPr>
        <p:spPr>
          <a:xfrm>
            <a:off x="1141412" y="2055812"/>
            <a:ext cx="7316787" cy="25304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The </a:t>
            </a:r>
            <a:r>
              <a:rPr b="1" i="0" lang="en-US" sz="2800" u="none">
                <a:solidFill>
                  <a:srgbClr val="000000"/>
                </a:solidFill>
                <a:latin typeface="Droid Sans Mono"/>
                <a:ea typeface="Droid Sans Mono"/>
                <a:cs typeface="Droid Sans Mono"/>
                <a:sym typeface="Droid Sans Mono"/>
              </a:rPr>
              <a:t>const</a:t>
            </a:r>
            <a:r>
              <a:rPr b="1" i="0" lang="en-US" sz="2800" u="none">
                <a:solidFill>
                  <a:srgbClr val="000000"/>
                </a:solidFill>
                <a:latin typeface="Times New Roman"/>
                <a:ea typeface="Times New Roman"/>
                <a:cs typeface="Times New Roman"/>
                <a:sym typeface="Times New Roman"/>
              </a:rPr>
              <a:t> qualifier can be used to enforce the principle of least privilege. Using the principle of least privilege to properly design software reduces debugging time and improper side effects, making a program easier to modify and maintain.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84" name="Google Shape;584;p99"/>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Portability Tip 7.1</a:t>
            </a:r>
            <a:endParaRPr/>
          </a:p>
        </p:txBody>
      </p:sp>
      <p:sp>
        <p:nvSpPr>
          <p:cNvPr id="585" name="Google Shape;585;p99"/>
          <p:cNvSpPr txBox="1"/>
          <p:nvPr>
            <p:ph idx="1" type="body"/>
          </p:nvPr>
        </p:nvSpPr>
        <p:spPr>
          <a:xfrm>
            <a:off x="1141412" y="2055812"/>
            <a:ext cx="7469187" cy="904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Although </a:t>
            </a:r>
            <a:r>
              <a:rPr b="1" i="0" lang="en-US" sz="2800" u="none">
                <a:solidFill>
                  <a:srgbClr val="000000"/>
                </a:solidFill>
                <a:latin typeface="Droid Sans Mono"/>
                <a:ea typeface="Droid Sans Mono"/>
                <a:cs typeface="Droid Sans Mono"/>
                <a:sym typeface="Droid Sans Mono"/>
              </a:rPr>
              <a:t>const</a:t>
            </a:r>
            <a:r>
              <a:rPr b="1" i="0" lang="en-US" sz="2800" u="none">
                <a:solidFill>
                  <a:srgbClr val="000000"/>
                </a:solidFill>
                <a:latin typeface="Times New Roman"/>
                <a:ea typeface="Times New Roman"/>
                <a:cs typeface="Times New Roman"/>
                <a:sym typeface="Times New Roman"/>
              </a:rPr>
              <a:t> is well defined in Standard</a:t>
            </a:r>
            <a:br>
              <a:rPr b="1" i="0" lang="en-US" sz="2800" u="none">
                <a:solidFill>
                  <a:srgbClr val="000000"/>
                </a:solidFill>
                <a:latin typeface="Times New Roman"/>
                <a:ea typeface="Times New Roman"/>
                <a:cs typeface="Times New Roman"/>
                <a:sym typeface="Times New Roman"/>
              </a:rPr>
            </a:br>
            <a:r>
              <a:rPr b="1" i="0" lang="en-US" sz="2800" u="none">
                <a:solidFill>
                  <a:srgbClr val="000000"/>
                </a:solidFill>
                <a:latin typeface="Times New Roman"/>
                <a:ea typeface="Times New Roman"/>
                <a:cs typeface="Times New Roman"/>
                <a:sym typeface="Times New Roman"/>
              </a:rPr>
              <a:t>C, some compilers do not enforce it.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0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592" name="Google Shape;592;p100"/>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Error-Prevention Tip 7.3</a:t>
            </a:r>
            <a:endParaRPr/>
          </a:p>
        </p:txBody>
      </p:sp>
      <p:sp>
        <p:nvSpPr>
          <p:cNvPr id="593" name="Google Shape;593;p100"/>
          <p:cNvSpPr txBox="1"/>
          <p:nvPr>
            <p:ph idx="1" type="body"/>
          </p:nvPr>
        </p:nvSpPr>
        <p:spPr>
          <a:xfrm>
            <a:off x="1141412" y="2055812"/>
            <a:ext cx="7316787" cy="17176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If a variable does not (or should not) change in the body of a function to which it is passed, the variable should be declared </a:t>
            </a:r>
            <a:r>
              <a:rPr b="1" i="0" lang="en-US" sz="2800" u="none">
                <a:solidFill>
                  <a:srgbClr val="000000"/>
                </a:solidFill>
                <a:latin typeface="Droid Sans Mono"/>
                <a:ea typeface="Droid Sans Mono"/>
                <a:cs typeface="Droid Sans Mono"/>
                <a:sym typeface="Droid Sans Mono"/>
              </a:rPr>
              <a:t>const</a:t>
            </a:r>
            <a:r>
              <a:rPr b="1" i="0" lang="en-US" sz="2800" u="none">
                <a:solidFill>
                  <a:srgbClr val="000000"/>
                </a:solidFill>
                <a:latin typeface="Times New Roman"/>
                <a:ea typeface="Times New Roman"/>
                <a:cs typeface="Times New Roman"/>
                <a:sym typeface="Times New Roman"/>
              </a:rPr>
              <a:t> to ensure that it is not accidentally modified.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0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600" name="Google Shape;600;p101"/>
          <p:cNvSpPr txBox="1"/>
          <p:nvPr>
            <p:ph type="title"/>
          </p:nvPr>
        </p:nvSpPr>
        <p:spPr>
          <a:xfrm>
            <a:off x="912812" y="860425"/>
            <a:ext cx="8002587" cy="56356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400"/>
              <a:buFont typeface="Arial"/>
              <a:buNone/>
            </a:pPr>
            <a:r>
              <a:rPr b="1" i="0" lang="en-US" sz="3400" u="none">
                <a:solidFill>
                  <a:srgbClr val="5AD9B3"/>
                </a:solidFill>
                <a:latin typeface="Arial"/>
                <a:ea typeface="Arial"/>
                <a:cs typeface="Arial"/>
                <a:sym typeface="Arial"/>
              </a:rPr>
              <a:t>Software Engineering Observation 7.2</a:t>
            </a:r>
            <a:endParaRPr/>
          </a:p>
        </p:txBody>
      </p:sp>
      <p:sp>
        <p:nvSpPr>
          <p:cNvPr id="601" name="Google Shape;601;p101"/>
          <p:cNvSpPr txBox="1"/>
          <p:nvPr>
            <p:ph idx="1" type="body"/>
          </p:nvPr>
        </p:nvSpPr>
        <p:spPr>
          <a:xfrm>
            <a:off x="1141412" y="2055812"/>
            <a:ext cx="7392987" cy="21240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Only one value can be altered in a calling function when call-by-value is used. That value must be assigned from the return value of the function. To modify multiple values in a calling function, call-by-reference must be used.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608" name="Google Shape;608;p102"/>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Error-Prevention Tip 7.4</a:t>
            </a:r>
            <a:endParaRPr/>
          </a:p>
        </p:txBody>
      </p:sp>
      <p:sp>
        <p:nvSpPr>
          <p:cNvPr id="609" name="Google Shape;609;p102"/>
          <p:cNvSpPr txBox="1"/>
          <p:nvPr>
            <p:ph idx="1" type="body"/>
          </p:nvPr>
        </p:nvSpPr>
        <p:spPr>
          <a:xfrm>
            <a:off x="1141412" y="2055812"/>
            <a:ext cx="7164387" cy="13112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Before using a function, check its function prototype to determine if the function is able to modify the values passed to it.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616" name="Google Shape;616;p103"/>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7.4</a:t>
            </a:r>
            <a:endParaRPr/>
          </a:p>
        </p:txBody>
      </p:sp>
      <p:sp>
        <p:nvSpPr>
          <p:cNvPr id="617" name="Google Shape;617;p103"/>
          <p:cNvSpPr txBox="1"/>
          <p:nvPr>
            <p:ph idx="1" type="body"/>
          </p:nvPr>
        </p:nvSpPr>
        <p:spPr>
          <a:xfrm>
            <a:off x="1141412" y="2055812"/>
            <a:ext cx="7697787" cy="354965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Being unaware that a function is expecting pointers as arguments for call-by-reference and passing arguments call-by-value. Some compilers take the values assuming they are pointers and dereference the values as pointers. At runtime, memory-access violations or segmentation faults are often generated. Other compilers catch the mismatch in types between arguments and parameters and generate error messages.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24" name="Google Shape;624;p104"/>
          <p:cNvPicPr preferRelativeResize="0"/>
          <p:nvPr/>
        </p:nvPicPr>
        <p:blipFill rotWithShape="1">
          <a:blip r:embed="rId3">
            <a:alphaModFix/>
          </a:blip>
          <a:srcRect b="0" l="0" r="0" t="0"/>
          <a:stretch/>
        </p:blipFill>
        <p:spPr>
          <a:xfrm>
            <a:off x="0" y="0"/>
            <a:ext cx="7061200" cy="4587875"/>
          </a:xfrm>
          <a:prstGeom prst="rect">
            <a:avLst/>
          </a:prstGeom>
          <a:noFill/>
          <a:ln>
            <a:noFill/>
          </a:ln>
        </p:spPr>
      </p:pic>
      <p:sp>
        <p:nvSpPr>
          <p:cNvPr id="625" name="Google Shape;625;p10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26" name="Google Shape;626;p104"/>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fig07_10.c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2 )</a:t>
            </a:r>
            <a:endParaRPr/>
          </a:p>
        </p:txBody>
      </p:sp>
      <p:sp>
        <p:nvSpPr>
          <p:cNvPr id="627" name="Google Shape;627;p104"/>
          <p:cNvSpPr txBox="1"/>
          <p:nvPr/>
        </p:nvSpPr>
        <p:spPr>
          <a:xfrm>
            <a:off x="3429000" y="838200"/>
            <a:ext cx="3429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Both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are modifiable</a:t>
            </a:r>
            <a:endParaRPr/>
          </a:p>
        </p:txBody>
      </p:sp>
      <p:cxnSp>
        <p:nvCxnSpPr>
          <p:cNvPr id="628" name="Google Shape;628;p104"/>
          <p:cNvCxnSpPr/>
          <p:nvPr/>
        </p:nvCxnSpPr>
        <p:spPr>
          <a:xfrm flipH="1">
            <a:off x="2971800" y="1066800"/>
            <a:ext cx="457200" cy="3810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0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35" name="Google Shape;635;p105"/>
          <p:cNvPicPr preferRelativeResize="0"/>
          <p:nvPr/>
        </p:nvPicPr>
        <p:blipFill rotWithShape="1">
          <a:blip r:embed="rId3">
            <a:alphaModFix/>
          </a:blip>
          <a:srcRect b="0" l="0" r="0" t="0"/>
          <a:stretch/>
        </p:blipFill>
        <p:spPr>
          <a:xfrm>
            <a:off x="0" y="0"/>
            <a:ext cx="7061200" cy="3627437"/>
          </a:xfrm>
          <a:prstGeom prst="rect">
            <a:avLst/>
          </a:prstGeom>
          <a:noFill/>
          <a:ln>
            <a:noFill/>
          </a:ln>
        </p:spPr>
      </p:pic>
      <p:sp>
        <p:nvSpPr>
          <p:cNvPr id="636" name="Google Shape;636;p105"/>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37" name="Google Shape;637;p105"/>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fig07_10.c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2 )</a:t>
            </a:r>
            <a:endParaRPr/>
          </a:p>
        </p:txBody>
      </p:sp>
      <p:sp>
        <p:nvSpPr>
          <p:cNvPr id="638" name="Google Shape;638;p105"/>
          <p:cNvSpPr txBox="1"/>
          <p:nvPr/>
        </p:nvSpPr>
        <p:spPr>
          <a:xfrm>
            <a:off x="5105400" y="1828800"/>
            <a:ext cx="38862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Both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are modified by the </a:t>
            </a:r>
            <a:r>
              <a:rPr b="1" i="0" lang="en-US" sz="1600" u="none">
                <a:solidFill>
                  <a:schemeClr val="dk1"/>
                </a:solidFill>
                <a:latin typeface="Courier New"/>
                <a:ea typeface="Courier New"/>
                <a:cs typeface="Courier New"/>
                <a:sym typeface="Courier New"/>
              </a:rPr>
              <a:t>convertToUppercase</a:t>
            </a:r>
            <a:r>
              <a:rPr b="0" i="0" lang="en-US" sz="1600" u="none">
                <a:solidFill>
                  <a:schemeClr val="dk1"/>
                </a:solidFill>
                <a:latin typeface="Times New Roman"/>
                <a:ea typeface="Times New Roman"/>
                <a:cs typeface="Times New Roman"/>
                <a:sym typeface="Times New Roman"/>
              </a:rPr>
              <a:t> function</a:t>
            </a:r>
            <a:endParaRPr/>
          </a:p>
        </p:txBody>
      </p:sp>
      <p:cxnSp>
        <p:nvCxnSpPr>
          <p:cNvPr id="639" name="Google Shape;639;p105"/>
          <p:cNvCxnSpPr/>
          <p:nvPr/>
        </p:nvCxnSpPr>
        <p:spPr>
          <a:xfrm rot="10800000">
            <a:off x="2819400" y="1447800"/>
            <a:ext cx="2286000" cy="381000"/>
          </a:xfrm>
          <a:prstGeom prst="straightConnector1">
            <a:avLst/>
          </a:prstGeom>
          <a:noFill/>
          <a:ln cap="flat" cmpd="sng" w="9525">
            <a:solidFill>
              <a:schemeClr val="dk1"/>
            </a:solidFill>
            <a:prstDash val="solid"/>
            <a:miter lim="800000"/>
            <a:headEnd len="med" w="med" type="none"/>
            <a:tailEnd len="med" w="med" type="triangle"/>
          </a:ln>
        </p:spPr>
      </p:cxnSp>
      <p:cxnSp>
        <p:nvCxnSpPr>
          <p:cNvPr id="640" name="Google Shape;640;p105"/>
          <p:cNvCxnSpPr/>
          <p:nvPr/>
        </p:nvCxnSpPr>
        <p:spPr>
          <a:xfrm rot="10800000">
            <a:off x="1524000" y="2057400"/>
            <a:ext cx="3581400" cy="2286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0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47" name="Google Shape;647;p106"/>
          <p:cNvPicPr preferRelativeResize="0"/>
          <p:nvPr/>
        </p:nvPicPr>
        <p:blipFill rotWithShape="1">
          <a:blip r:embed="rId3">
            <a:alphaModFix/>
          </a:blip>
          <a:srcRect b="0" l="0" r="0" t="0"/>
          <a:stretch/>
        </p:blipFill>
        <p:spPr>
          <a:xfrm>
            <a:off x="0" y="0"/>
            <a:ext cx="7061200" cy="4587875"/>
          </a:xfrm>
          <a:prstGeom prst="rect">
            <a:avLst/>
          </a:prstGeom>
          <a:noFill/>
          <a:ln>
            <a:noFill/>
          </a:ln>
        </p:spPr>
      </p:pic>
      <p:sp>
        <p:nvSpPr>
          <p:cNvPr id="648" name="Google Shape;648;p106"/>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49" name="Google Shape;649;p106"/>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fig07_11.c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2 )</a:t>
            </a:r>
            <a:endParaRPr/>
          </a:p>
        </p:txBody>
      </p:sp>
      <p:sp>
        <p:nvSpPr>
          <p:cNvPr id="650" name="Google Shape;650;p106"/>
          <p:cNvSpPr txBox="1"/>
          <p:nvPr/>
        </p:nvSpPr>
        <p:spPr>
          <a:xfrm>
            <a:off x="2895600" y="685800"/>
            <a:ext cx="4191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 variable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is modifiable, but the data to which it points,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is not </a:t>
            </a:r>
            <a:endParaRPr/>
          </a:p>
        </p:txBody>
      </p:sp>
      <p:cxnSp>
        <p:nvCxnSpPr>
          <p:cNvPr id="651" name="Google Shape;651;p106"/>
          <p:cNvCxnSpPr/>
          <p:nvPr/>
        </p:nvCxnSpPr>
        <p:spPr>
          <a:xfrm flipH="1">
            <a:off x="2667000" y="914400"/>
            <a:ext cx="228600" cy="3048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0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58" name="Google Shape;658;p107"/>
          <p:cNvPicPr preferRelativeResize="0"/>
          <p:nvPr/>
        </p:nvPicPr>
        <p:blipFill rotWithShape="1">
          <a:blip r:embed="rId3">
            <a:alphaModFix/>
          </a:blip>
          <a:srcRect b="0" l="0" r="0" t="0"/>
          <a:stretch/>
        </p:blipFill>
        <p:spPr>
          <a:xfrm>
            <a:off x="0" y="0"/>
            <a:ext cx="7061200" cy="2998787"/>
          </a:xfrm>
          <a:prstGeom prst="rect">
            <a:avLst/>
          </a:prstGeom>
          <a:noFill/>
          <a:ln>
            <a:noFill/>
          </a:ln>
        </p:spPr>
      </p:pic>
      <p:sp>
        <p:nvSpPr>
          <p:cNvPr id="659" name="Google Shape;659;p107"/>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60" name="Google Shape;660;p107"/>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fig07_11.c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2 )</a:t>
            </a:r>
            <a:endParaRPr/>
          </a:p>
        </p:txBody>
      </p:sp>
      <p:sp>
        <p:nvSpPr>
          <p:cNvPr id="661" name="Google Shape;661;p107"/>
          <p:cNvSpPr txBox="1"/>
          <p:nvPr/>
        </p:nvSpPr>
        <p:spPr>
          <a:xfrm>
            <a:off x="3810000" y="1828800"/>
            <a:ext cx="4572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is modified by function </a:t>
            </a:r>
            <a:r>
              <a:rPr b="1" i="0" lang="en-US" sz="1600" u="none">
                <a:solidFill>
                  <a:schemeClr val="dk1"/>
                </a:solidFill>
                <a:latin typeface="Courier New"/>
                <a:ea typeface="Courier New"/>
                <a:cs typeface="Courier New"/>
                <a:sym typeface="Courier New"/>
              </a:rPr>
              <a:t>printCharacters</a:t>
            </a:r>
            <a:endParaRPr/>
          </a:p>
        </p:txBody>
      </p:sp>
      <p:cxnSp>
        <p:nvCxnSpPr>
          <p:cNvPr id="662" name="Google Shape;662;p107"/>
          <p:cNvCxnSpPr/>
          <p:nvPr/>
        </p:nvCxnSpPr>
        <p:spPr>
          <a:xfrm rot="10800000">
            <a:off x="2971800" y="1219200"/>
            <a:ext cx="838200" cy="6096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0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69" name="Google Shape;669;p108"/>
          <p:cNvPicPr preferRelativeResize="0"/>
          <p:nvPr/>
        </p:nvPicPr>
        <p:blipFill rotWithShape="1">
          <a:blip r:embed="rId3">
            <a:alphaModFix/>
          </a:blip>
          <a:srcRect b="0" l="0" r="0" t="0"/>
          <a:stretch/>
        </p:blipFill>
        <p:spPr>
          <a:xfrm>
            <a:off x="0" y="0"/>
            <a:ext cx="7053262" cy="6573837"/>
          </a:xfrm>
          <a:prstGeom prst="rect">
            <a:avLst/>
          </a:prstGeom>
          <a:noFill/>
          <a:ln>
            <a:noFill/>
          </a:ln>
        </p:spPr>
      </p:pic>
      <p:sp>
        <p:nvSpPr>
          <p:cNvPr id="670" name="Google Shape;670;p108"/>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71" name="Google Shape;671;p108"/>
          <p:cNvSpPr txBox="1"/>
          <p:nvPr/>
        </p:nvSpPr>
        <p:spPr>
          <a:xfrm>
            <a:off x="7162800" y="1068387"/>
            <a:ext cx="1828800" cy="5080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fig07_12.c</a:t>
            </a:r>
            <a:endParaRPr/>
          </a:p>
        </p:txBody>
      </p:sp>
      <p:sp>
        <p:nvSpPr>
          <p:cNvPr id="672" name="Google Shape;672;p108"/>
          <p:cNvSpPr txBox="1"/>
          <p:nvPr/>
        </p:nvSpPr>
        <p:spPr>
          <a:xfrm>
            <a:off x="2286000" y="1219200"/>
            <a:ext cx="4191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 variable </a:t>
            </a:r>
            <a:r>
              <a:rPr b="1" i="0" lang="en-US" sz="1600" u="none">
                <a:solidFill>
                  <a:schemeClr val="dk1"/>
                </a:solidFill>
                <a:latin typeface="Courier New"/>
                <a:ea typeface="Courier New"/>
                <a:cs typeface="Courier New"/>
                <a:sym typeface="Courier New"/>
              </a:rPr>
              <a:t>xPtr</a:t>
            </a:r>
            <a:r>
              <a:rPr b="0" i="0" lang="en-US" sz="1600" u="none">
                <a:solidFill>
                  <a:schemeClr val="dk1"/>
                </a:solidFill>
                <a:latin typeface="Times New Roman"/>
                <a:ea typeface="Times New Roman"/>
                <a:cs typeface="Times New Roman"/>
                <a:sym typeface="Times New Roman"/>
              </a:rPr>
              <a:t> is modifiable, but the data to which it points, </a:t>
            </a:r>
            <a:r>
              <a:rPr b="1" i="0" lang="en-US" sz="1600" u="none">
                <a:solidFill>
                  <a:schemeClr val="dk1"/>
                </a:solidFill>
                <a:latin typeface="Courier New"/>
                <a:ea typeface="Courier New"/>
                <a:cs typeface="Courier New"/>
                <a:sym typeface="Courier New"/>
              </a:rPr>
              <a:t>*xPtr</a:t>
            </a:r>
            <a:r>
              <a:rPr b="0" i="0" lang="en-US" sz="1600" u="none">
                <a:solidFill>
                  <a:schemeClr val="dk1"/>
                </a:solidFill>
                <a:latin typeface="Times New Roman"/>
                <a:ea typeface="Times New Roman"/>
                <a:cs typeface="Times New Roman"/>
                <a:sym typeface="Times New Roman"/>
              </a:rPr>
              <a:t>, is not </a:t>
            </a:r>
            <a:endParaRPr/>
          </a:p>
        </p:txBody>
      </p:sp>
      <p:cxnSp>
        <p:nvCxnSpPr>
          <p:cNvPr id="673" name="Google Shape;673;p108"/>
          <p:cNvCxnSpPr/>
          <p:nvPr/>
        </p:nvCxnSpPr>
        <p:spPr>
          <a:xfrm rot="10800000">
            <a:off x="1676400" y="1066800"/>
            <a:ext cx="609600" cy="152400"/>
          </a:xfrm>
          <a:prstGeom prst="straightConnector1">
            <a:avLst/>
          </a:prstGeom>
          <a:noFill/>
          <a:ln cap="flat" cmpd="sng" w="9525">
            <a:solidFill>
              <a:schemeClr val="dk1"/>
            </a:solidFill>
            <a:prstDash val="solid"/>
            <a:miter lim="800000"/>
            <a:headEnd len="med" w="med" type="none"/>
            <a:tailEnd len="med" w="med" type="triangle"/>
          </a:ln>
        </p:spPr>
      </p:cxnSp>
      <p:sp>
        <p:nvSpPr>
          <p:cNvPr id="674" name="Google Shape;674;p108"/>
          <p:cNvSpPr txBox="1"/>
          <p:nvPr/>
        </p:nvSpPr>
        <p:spPr>
          <a:xfrm>
            <a:off x="4572000" y="3657600"/>
            <a:ext cx="4191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*xPtr</a:t>
            </a:r>
            <a:r>
              <a:rPr b="0" i="0" lang="en-US" sz="1600" u="none">
                <a:solidFill>
                  <a:schemeClr val="dk1"/>
                </a:solidFill>
                <a:latin typeface="Times New Roman"/>
                <a:ea typeface="Times New Roman"/>
                <a:cs typeface="Times New Roman"/>
                <a:sym typeface="Times New Roman"/>
              </a:rPr>
              <a:t> has the </a:t>
            </a:r>
            <a:r>
              <a:rPr b="1" i="0" lang="en-US" sz="1600" u="none">
                <a:solidFill>
                  <a:schemeClr val="dk1"/>
                </a:solidFill>
                <a:latin typeface="Courier New"/>
                <a:ea typeface="Courier New"/>
                <a:cs typeface="Courier New"/>
                <a:sym typeface="Courier New"/>
              </a:rPr>
              <a:t>const</a:t>
            </a:r>
            <a:r>
              <a:rPr b="0" i="0" lang="en-US" sz="1600" u="none">
                <a:solidFill>
                  <a:schemeClr val="dk1"/>
                </a:solidFill>
                <a:latin typeface="Times New Roman"/>
                <a:ea typeface="Times New Roman"/>
                <a:cs typeface="Times New Roman"/>
                <a:sym typeface="Times New Roman"/>
              </a:rPr>
              <a:t> qualifier, so attempting to modify its value causes an error</a:t>
            </a:r>
            <a:endParaRPr/>
          </a:p>
        </p:txBody>
      </p:sp>
      <p:cxnSp>
        <p:nvCxnSpPr>
          <p:cNvPr id="675" name="Google Shape;675;p108"/>
          <p:cNvCxnSpPr/>
          <p:nvPr/>
        </p:nvCxnSpPr>
        <p:spPr>
          <a:xfrm flipH="1">
            <a:off x="1371600" y="3962400"/>
            <a:ext cx="3200400" cy="3810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0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682" name="Google Shape;682;p109"/>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Performance Tip 7.1</a:t>
            </a:r>
            <a:endParaRPr/>
          </a:p>
        </p:txBody>
      </p:sp>
      <p:sp>
        <p:nvSpPr>
          <p:cNvPr id="683" name="Google Shape;683;p109"/>
          <p:cNvSpPr txBox="1"/>
          <p:nvPr>
            <p:ph idx="1" type="body"/>
          </p:nvPr>
        </p:nvSpPr>
        <p:spPr>
          <a:xfrm>
            <a:off x="1141412" y="2055812"/>
            <a:ext cx="6630987" cy="17176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Pass large objects such as structures using pointers to constant data to obtain the performance benefits of call-by-reference and the security of call-by-value.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1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690" name="Google Shape;690;p110"/>
          <p:cNvPicPr preferRelativeResize="0"/>
          <p:nvPr/>
        </p:nvPicPr>
        <p:blipFill rotWithShape="1">
          <a:blip r:embed="rId3">
            <a:alphaModFix/>
          </a:blip>
          <a:srcRect b="0" l="0" r="0" t="0"/>
          <a:stretch/>
        </p:blipFill>
        <p:spPr>
          <a:xfrm>
            <a:off x="0" y="0"/>
            <a:ext cx="7061200" cy="5903912"/>
          </a:xfrm>
          <a:prstGeom prst="rect">
            <a:avLst/>
          </a:prstGeom>
          <a:noFill/>
          <a:ln>
            <a:noFill/>
          </a:ln>
        </p:spPr>
      </p:pic>
      <p:sp>
        <p:nvSpPr>
          <p:cNvPr id="691" name="Google Shape;691;p110"/>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692" name="Google Shape;692;p110"/>
          <p:cNvSpPr txBox="1"/>
          <p:nvPr/>
        </p:nvSpPr>
        <p:spPr>
          <a:xfrm>
            <a:off x="7162800" y="1068387"/>
            <a:ext cx="1828800" cy="30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fig07_13.c</a:t>
            </a:r>
            <a:endParaRPr/>
          </a:p>
        </p:txBody>
      </p:sp>
      <p:sp>
        <p:nvSpPr>
          <p:cNvPr id="693" name="Google Shape;693;p110"/>
          <p:cNvSpPr txBox="1"/>
          <p:nvPr/>
        </p:nvSpPr>
        <p:spPr>
          <a:xfrm>
            <a:off x="4648200" y="2286000"/>
            <a:ext cx="4191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 </a:t>
            </a:r>
            <a:r>
              <a:rPr b="1" i="0" lang="en-US" sz="1600" u="none">
                <a:solidFill>
                  <a:schemeClr val="dk1"/>
                </a:solidFill>
                <a:latin typeface="Courier New"/>
                <a:ea typeface="Courier New"/>
                <a:cs typeface="Courier New"/>
                <a:sym typeface="Courier New"/>
              </a:rPr>
              <a:t>ptr</a:t>
            </a:r>
            <a:r>
              <a:rPr b="0" i="0" lang="en-US" sz="1600" u="none">
                <a:solidFill>
                  <a:schemeClr val="dk1"/>
                </a:solidFill>
                <a:latin typeface="Times New Roman"/>
                <a:ea typeface="Times New Roman"/>
                <a:cs typeface="Times New Roman"/>
                <a:sym typeface="Times New Roman"/>
              </a:rPr>
              <a:t> is not modifiable, but the data to which it points, </a:t>
            </a:r>
            <a:r>
              <a:rPr b="1" i="0" lang="en-US" sz="1600" u="none">
                <a:solidFill>
                  <a:schemeClr val="dk1"/>
                </a:solidFill>
                <a:latin typeface="Courier New"/>
                <a:ea typeface="Courier New"/>
                <a:cs typeface="Courier New"/>
                <a:sym typeface="Courier New"/>
              </a:rPr>
              <a:t>*ptr</a:t>
            </a:r>
            <a:r>
              <a:rPr b="0" i="0" lang="en-US" sz="1600" u="none">
                <a:solidFill>
                  <a:schemeClr val="dk1"/>
                </a:solidFill>
                <a:latin typeface="Times New Roman"/>
                <a:ea typeface="Times New Roman"/>
                <a:cs typeface="Times New Roman"/>
                <a:sym typeface="Times New Roman"/>
              </a:rPr>
              <a:t>, can be changed</a:t>
            </a:r>
            <a:endParaRPr/>
          </a:p>
        </p:txBody>
      </p:sp>
      <p:cxnSp>
        <p:nvCxnSpPr>
          <p:cNvPr id="694" name="Google Shape;694;p110"/>
          <p:cNvCxnSpPr/>
          <p:nvPr/>
        </p:nvCxnSpPr>
        <p:spPr>
          <a:xfrm rot="10800000">
            <a:off x="2362200" y="2438400"/>
            <a:ext cx="22860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1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701" name="Google Shape;701;p111"/>
          <p:cNvPicPr preferRelativeResize="0"/>
          <p:nvPr/>
        </p:nvPicPr>
        <p:blipFill rotWithShape="1">
          <a:blip r:embed="rId3">
            <a:alphaModFix/>
          </a:blip>
          <a:srcRect b="0" l="0" r="0" t="0"/>
          <a:stretch/>
        </p:blipFill>
        <p:spPr>
          <a:xfrm>
            <a:off x="0" y="0"/>
            <a:ext cx="7053262" cy="6770687"/>
          </a:xfrm>
          <a:prstGeom prst="rect">
            <a:avLst/>
          </a:prstGeom>
          <a:noFill/>
          <a:ln>
            <a:noFill/>
          </a:ln>
        </p:spPr>
      </p:pic>
      <p:sp>
        <p:nvSpPr>
          <p:cNvPr id="702" name="Google Shape;702;p111"/>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703" name="Google Shape;703;p111"/>
          <p:cNvSpPr txBox="1"/>
          <p:nvPr/>
        </p:nvSpPr>
        <p:spPr>
          <a:xfrm>
            <a:off x="7162800" y="1068387"/>
            <a:ext cx="1828800" cy="30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fig07_14.c</a:t>
            </a:r>
            <a:endParaRPr/>
          </a:p>
        </p:txBody>
      </p:sp>
      <p:sp>
        <p:nvSpPr>
          <p:cNvPr id="704" name="Google Shape;704;p111"/>
          <p:cNvSpPr txBox="1"/>
          <p:nvPr/>
        </p:nvSpPr>
        <p:spPr>
          <a:xfrm>
            <a:off x="4343400" y="2514600"/>
            <a:ext cx="4191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Neither pointer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nor the data to which it points, </a:t>
            </a:r>
            <a:r>
              <a:rPr b="1" i="0" lang="en-US" sz="1600" u="none">
                <a:solidFill>
                  <a:schemeClr val="dk1"/>
                </a:solidFill>
                <a:latin typeface="Courier New"/>
                <a:ea typeface="Courier New"/>
                <a:cs typeface="Courier New"/>
                <a:sym typeface="Courier New"/>
              </a:rPr>
              <a:t>*sPtr</a:t>
            </a:r>
            <a:r>
              <a:rPr b="0" i="0" lang="en-US" sz="1600" u="none">
                <a:solidFill>
                  <a:schemeClr val="dk1"/>
                </a:solidFill>
                <a:latin typeface="Times New Roman"/>
                <a:ea typeface="Times New Roman"/>
                <a:cs typeface="Times New Roman"/>
                <a:sym typeface="Times New Roman"/>
              </a:rPr>
              <a:t>, is modifiable</a:t>
            </a:r>
            <a:endParaRPr/>
          </a:p>
        </p:txBody>
      </p:sp>
      <p:cxnSp>
        <p:nvCxnSpPr>
          <p:cNvPr id="705" name="Google Shape;705;p111"/>
          <p:cNvCxnSpPr/>
          <p:nvPr/>
        </p:nvCxnSpPr>
        <p:spPr>
          <a:xfrm rot="10800000">
            <a:off x="2743200" y="2590800"/>
            <a:ext cx="16002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1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12" name="Google Shape;712;p11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7.6 Bubble Sort Using Call-by-Reference</a:t>
            </a:r>
            <a:endParaRPr/>
          </a:p>
        </p:txBody>
      </p:sp>
      <p:sp>
        <p:nvSpPr>
          <p:cNvPr id="713" name="Google Shape;713;p112"/>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400"/>
              <a:buFont typeface="Noto Sans Symbols"/>
              <a:buChar char="▪"/>
            </a:pPr>
            <a:r>
              <a:rPr b="1" i="0" lang="en-US" sz="2400" u="none">
                <a:solidFill>
                  <a:srgbClr val="000000"/>
                </a:solidFill>
                <a:latin typeface="Times New Roman"/>
                <a:ea typeface="Times New Roman"/>
                <a:cs typeface="Times New Roman"/>
                <a:sym typeface="Times New Roman"/>
              </a:rPr>
              <a:t>Implement bubble sort using pointers</a:t>
            </a:r>
            <a:endParaRPr/>
          </a:p>
          <a:p>
            <a:pPr indent="-290512" lvl="1" marL="747712" rtl="0" algn="l">
              <a:lnSpc>
                <a:spcPct val="100000"/>
              </a:lnSpc>
              <a:spcBef>
                <a:spcPts val="60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Swap two elements</a:t>
            </a:r>
            <a:endParaRPr/>
          </a:p>
          <a:p>
            <a:pPr indent="-290512" lvl="1" marL="747712" rtl="0" algn="l">
              <a:lnSpc>
                <a:spcPct val="100000"/>
              </a:lnSpc>
              <a:spcBef>
                <a:spcPts val="500"/>
              </a:spcBef>
              <a:spcAft>
                <a:spcPts val="0"/>
              </a:spcAft>
              <a:buClr>
                <a:srgbClr val="4F87C6"/>
              </a:buClr>
              <a:buSzPts val="1800"/>
              <a:buFont typeface="Arial"/>
              <a:buChar char="–"/>
            </a:pPr>
            <a:r>
              <a:rPr b="1" i="0" lang="en-US" sz="1800" u="none">
                <a:solidFill>
                  <a:srgbClr val="000000"/>
                </a:solidFill>
                <a:latin typeface="Droid Sans Mono"/>
                <a:ea typeface="Droid Sans Mono"/>
                <a:cs typeface="Droid Sans Mono"/>
                <a:sym typeface="Droid Sans Mono"/>
              </a:rPr>
              <a:t>swap</a:t>
            </a:r>
            <a:r>
              <a:rPr b="1" i="0" lang="en-US" sz="2000" u="none">
                <a:solidFill>
                  <a:srgbClr val="000000"/>
                </a:solidFill>
                <a:latin typeface="Times New Roman"/>
                <a:ea typeface="Times New Roman"/>
                <a:cs typeface="Times New Roman"/>
                <a:sym typeface="Times New Roman"/>
              </a:rPr>
              <a:t> function must receive address (using </a:t>
            </a:r>
            <a:r>
              <a:rPr b="1" i="0" lang="en-US" sz="1800" u="none">
                <a:solidFill>
                  <a:srgbClr val="000000"/>
                </a:solidFill>
                <a:latin typeface="Droid Sans Mono"/>
                <a:ea typeface="Droid Sans Mono"/>
                <a:cs typeface="Droid Sans Mono"/>
                <a:sym typeface="Droid Sans Mono"/>
              </a:rPr>
              <a:t>&amp;</a:t>
            </a:r>
            <a:r>
              <a:rPr b="1" i="0" lang="en-US" sz="2000" u="none">
                <a:solidFill>
                  <a:srgbClr val="000000"/>
                </a:solidFill>
                <a:latin typeface="Times New Roman"/>
                <a:ea typeface="Times New Roman"/>
                <a:cs typeface="Times New Roman"/>
                <a:sym typeface="Times New Roman"/>
              </a:rPr>
              <a:t>) of array elements</a:t>
            </a:r>
            <a:endParaRPr/>
          </a:p>
          <a:p>
            <a:pPr indent="-228600" lvl="2" marL="1143000" rtl="0" algn="l">
              <a:lnSpc>
                <a:spcPct val="100000"/>
              </a:lnSpc>
              <a:spcBef>
                <a:spcPts val="500"/>
              </a:spcBef>
              <a:spcAft>
                <a:spcPts val="0"/>
              </a:spcAft>
              <a:buClr>
                <a:srgbClr val="4F87C6"/>
              </a:buClr>
              <a:buSzPts val="1800"/>
              <a:buFont typeface="Arial"/>
              <a:buChar char="-"/>
            </a:pPr>
            <a:r>
              <a:rPr b="1" i="0" lang="en-US" sz="1800" u="none">
                <a:solidFill>
                  <a:schemeClr val="dk1"/>
                </a:solidFill>
                <a:latin typeface="Times New Roman"/>
                <a:ea typeface="Times New Roman"/>
                <a:cs typeface="Times New Roman"/>
                <a:sym typeface="Times New Roman"/>
              </a:rPr>
              <a:t>Array elements have call-by-value default</a:t>
            </a:r>
            <a:endParaRPr/>
          </a:p>
          <a:p>
            <a:pPr indent="-290512" lvl="1" marL="747712" rtl="0" algn="l">
              <a:lnSpc>
                <a:spcPct val="100000"/>
              </a:lnSpc>
              <a:spcBef>
                <a:spcPts val="450"/>
              </a:spcBef>
              <a:spcAft>
                <a:spcPts val="0"/>
              </a:spcAft>
              <a:buClr>
                <a:srgbClr val="4F87C6"/>
              </a:buClr>
              <a:buSzPts val="2000"/>
              <a:buFont typeface="Arial"/>
              <a:buChar char="–"/>
            </a:pPr>
            <a:r>
              <a:rPr b="1" i="0" lang="en-US" sz="2000" u="none">
                <a:solidFill>
                  <a:srgbClr val="000000"/>
                </a:solidFill>
                <a:latin typeface="Times New Roman"/>
                <a:ea typeface="Times New Roman"/>
                <a:cs typeface="Times New Roman"/>
                <a:sym typeface="Times New Roman"/>
              </a:rPr>
              <a:t>Using pointers and the </a:t>
            </a:r>
            <a:r>
              <a:rPr b="1" i="0" lang="en-US" sz="1800" u="none">
                <a:solidFill>
                  <a:srgbClr val="000000"/>
                </a:solidFill>
                <a:latin typeface="Droid Sans Mono"/>
                <a:ea typeface="Droid Sans Mono"/>
                <a:cs typeface="Droid Sans Mono"/>
                <a:sym typeface="Droid Sans Mono"/>
              </a:rPr>
              <a:t>*</a:t>
            </a:r>
            <a:r>
              <a:rPr b="1" i="0" lang="en-US" sz="2000" u="none">
                <a:solidFill>
                  <a:srgbClr val="000000"/>
                </a:solidFill>
                <a:latin typeface="Times New Roman"/>
                <a:ea typeface="Times New Roman"/>
                <a:cs typeface="Times New Roman"/>
                <a:sym typeface="Times New Roman"/>
              </a:rPr>
              <a:t> operator, </a:t>
            </a:r>
            <a:r>
              <a:rPr b="1" i="0" lang="en-US" sz="1800" u="none">
                <a:solidFill>
                  <a:srgbClr val="000000"/>
                </a:solidFill>
                <a:latin typeface="Droid Sans Mono"/>
                <a:ea typeface="Droid Sans Mono"/>
                <a:cs typeface="Droid Sans Mono"/>
                <a:sym typeface="Droid Sans Mono"/>
              </a:rPr>
              <a:t>swap</a:t>
            </a:r>
            <a:r>
              <a:rPr b="1" i="0" lang="en-US" sz="2000" u="none">
                <a:solidFill>
                  <a:srgbClr val="000000"/>
                </a:solidFill>
                <a:latin typeface="Times New Roman"/>
                <a:ea typeface="Times New Roman"/>
                <a:cs typeface="Times New Roman"/>
                <a:sym typeface="Times New Roman"/>
              </a:rPr>
              <a:t> can switch array elements</a:t>
            </a:r>
            <a:endParaRPr/>
          </a:p>
          <a:p>
            <a:pPr indent="-228600" lvl="0" marL="228600" rtl="0" algn="l">
              <a:lnSpc>
                <a:spcPct val="100000"/>
              </a:lnSpc>
              <a:spcBef>
                <a:spcPts val="500"/>
              </a:spcBef>
              <a:spcAft>
                <a:spcPts val="0"/>
              </a:spcAft>
              <a:buClr>
                <a:srgbClr val="4F87C6"/>
              </a:buClr>
              <a:buSzPts val="2400"/>
              <a:buFont typeface="Noto Sans Symbols"/>
              <a:buChar char="▪"/>
            </a:pPr>
            <a:r>
              <a:rPr b="1" i="0" lang="en-US" sz="2400" u="none">
                <a:solidFill>
                  <a:srgbClr val="000000"/>
                </a:solidFill>
                <a:latin typeface="Times New Roman"/>
                <a:ea typeface="Times New Roman"/>
                <a:cs typeface="Times New Roman"/>
                <a:sym typeface="Times New Roman"/>
              </a:rPr>
              <a:t>Psuedocode</a:t>
            </a:r>
            <a:endParaRPr/>
          </a:p>
          <a:p>
            <a:pPr indent="-228600" lvl="2" marL="1143000" rtl="0" algn="l">
              <a:lnSpc>
                <a:spcPct val="100000"/>
              </a:lnSpc>
              <a:spcBef>
                <a:spcPts val="600"/>
              </a:spcBef>
              <a:spcAft>
                <a:spcPts val="0"/>
              </a:spcAft>
              <a:buSzPts val="1800"/>
              <a:buNone/>
            </a:pPr>
            <a:r>
              <a:rPr b="1" i="1" lang="en-US" sz="1800" u="none">
                <a:solidFill>
                  <a:schemeClr val="accent2"/>
                </a:solidFill>
                <a:latin typeface="Times New Roman"/>
                <a:ea typeface="Times New Roman"/>
                <a:cs typeface="Times New Roman"/>
                <a:sym typeface="Times New Roman"/>
              </a:rPr>
              <a:t>Initialize array</a:t>
            </a:r>
            <a:endParaRPr/>
          </a:p>
          <a:p>
            <a:pPr indent="-228600" lvl="2" marL="1143000" rtl="0" algn="l">
              <a:lnSpc>
                <a:spcPct val="100000"/>
              </a:lnSpc>
              <a:spcBef>
                <a:spcPts val="450"/>
              </a:spcBef>
              <a:spcAft>
                <a:spcPts val="0"/>
              </a:spcAft>
              <a:buSzPts val="1800"/>
              <a:buNone/>
            </a:pPr>
            <a:r>
              <a:rPr b="1" i="1" lang="en-US" sz="1800" u="none">
                <a:solidFill>
                  <a:schemeClr val="accent2"/>
                </a:solidFill>
                <a:latin typeface="Times New Roman"/>
                <a:ea typeface="Times New Roman"/>
                <a:cs typeface="Times New Roman"/>
                <a:sym typeface="Times New Roman"/>
              </a:rPr>
              <a:t>    print data in original order</a:t>
            </a:r>
            <a:endParaRPr/>
          </a:p>
          <a:p>
            <a:pPr indent="-228600" lvl="2" marL="1143000" rtl="0" algn="l">
              <a:lnSpc>
                <a:spcPct val="100000"/>
              </a:lnSpc>
              <a:spcBef>
                <a:spcPts val="450"/>
              </a:spcBef>
              <a:spcAft>
                <a:spcPts val="0"/>
              </a:spcAft>
              <a:buSzPts val="1800"/>
              <a:buNone/>
            </a:pPr>
            <a:r>
              <a:rPr b="1" i="1" lang="en-US" sz="1800" u="none">
                <a:solidFill>
                  <a:schemeClr val="accent2"/>
                </a:solidFill>
                <a:latin typeface="Times New Roman"/>
                <a:ea typeface="Times New Roman"/>
                <a:cs typeface="Times New Roman"/>
                <a:sym typeface="Times New Roman"/>
              </a:rPr>
              <a:t>Call function bubble sort</a:t>
            </a:r>
            <a:endParaRPr/>
          </a:p>
          <a:p>
            <a:pPr indent="-228600" lvl="2" marL="1143000" rtl="0" algn="l">
              <a:lnSpc>
                <a:spcPct val="100000"/>
              </a:lnSpc>
              <a:spcBef>
                <a:spcPts val="450"/>
              </a:spcBef>
              <a:spcAft>
                <a:spcPts val="0"/>
              </a:spcAft>
              <a:buSzPts val="1800"/>
              <a:buNone/>
            </a:pPr>
            <a:r>
              <a:rPr b="1" i="1" lang="en-US" sz="1800" u="none">
                <a:solidFill>
                  <a:schemeClr val="accent2"/>
                </a:solidFill>
                <a:latin typeface="Times New Roman"/>
                <a:ea typeface="Times New Roman"/>
                <a:cs typeface="Times New Roman"/>
                <a:sym typeface="Times New Roman"/>
              </a:rPr>
              <a:t>	print sorted array</a:t>
            </a:r>
            <a:endParaRPr/>
          </a:p>
          <a:p>
            <a:pPr indent="-228600" lvl="2" marL="1143000" rtl="0" algn="l">
              <a:lnSpc>
                <a:spcPct val="100000"/>
              </a:lnSpc>
              <a:spcBef>
                <a:spcPts val="450"/>
              </a:spcBef>
              <a:spcAft>
                <a:spcPts val="0"/>
              </a:spcAft>
              <a:buSzPts val="1800"/>
              <a:buNone/>
            </a:pPr>
            <a:r>
              <a:rPr b="1" i="1" lang="en-US" sz="1800" u="none">
                <a:solidFill>
                  <a:schemeClr val="accent2"/>
                </a:solidFill>
                <a:latin typeface="Times New Roman"/>
                <a:ea typeface="Times New Roman"/>
                <a:cs typeface="Times New Roman"/>
                <a:sym typeface="Times New Roman"/>
              </a:rPr>
              <a:t>Define bubble sort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1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720" name="Google Shape;720;p113"/>
          <p:cNvPicPr preferRelativeResize="0"/>
          <p:nvPr/>
        </p:nvPicPr>
        <p:blipFill rotWithShape="1">
          <a:blip r:embed="rId3">
            <a:alphaModFix/>
          </a:blip>
          <a:srcRect b="0" l="0" r="0" t="0"/>
          <a:stretch/>
        </p:blipFill>
        <p:spPr>
          <a:xfrm>
            <a:off x="0" y="0"/>
            <a:ext cx="7061200" cy="6477000"/>
          </a:xfrm>
          <a:prstGeom prst="rect">
            <a:avLst/>
          </a:prstGeom>
          <a:noFill/>
          <a:ln>
            <a:noFill/>
          </a:ln>
        </p:spPr>
      </p:pic>
      <p:sp>
        <p:nvSpPr>
          <p:cNvPr id="721" name="Google Shape;721;p11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722" name="Google Shape;722;p113"/>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fig07_15.c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3 )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1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729" name="Google Shape;729;p114"/>
          <p:cNvPicPr preferRelativeResize="0"/>
          <p:nvPr/>
        </p:nvPicPr>
        <p:blipFill rotWithShape="1">
          <a:blip r:embed="rId3">
            <a:alphaModFix/>
          </a:blip>
          <a:srcRect b="0" l="0" r="0" t="0"/>
          <a:stretch/>
        </p:blipFill>
        <p:spPr>
          <a:xfrm>
            <a:off x="0" y="0"/>
            <a:ext cx="7061200" cy="6481762"/>
          </a:xfrm>
          <a:prstGeom prst="rect">
            <a:avLst/>
          </a:prstGeom>
          <a:noFill/>
          <a:ln>
            <a:noFill/>
          </a:ln>
        </p:spPr>
      </p:pic>
      <p:sp>
        <p:nvSpPr>
          <p:cNvPr id="730" name="Google Shape;730;p11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731" name="Google Shape;731;p114"/>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fig07_15.c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3 )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1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738" name="Google Shape;738;p115"/>
          <p:cNvPicPr preferRelativeResize="0"/>
          <p:nvPr/>
        </p:nvPicPr>
        <p:blipFill rotWithShape="1">
          <a:blip r:embed="rId3">
            <a:alphaModFix/>
          </a:blip>
          <a:srcRect b="0" l="0" r="0" t="0"/>
          <a:stretch/>
        </p:blipFill>
        <p:spPr>
          <a:xfrm>
            <a:off x="0" y="0"/>
            <a:ext cx="7061200" cy="3194050"/>
          </a:xfrm>
          <a:prstGeom prst="rect">
            <a:avLst/>
          </a:prstGeom>
          <a:noFill/>
          <a:ln>
            <a:noFill/>
          </a:ln>
        </p:spPr>
      </p:pic>
      <p:sp>
        <p:nvSpPr>
          <p:cNvPr id="739" name="Google Shape;739;p115"/>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740" name="Google Shape;740;p115"/>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fig07_15.c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(3 of 3 )</a:t>
            </a:r>
            <a:endParaRPr/>
          </a:p>
        </p:txBody>
      </p:sp>
      <p:sp>
        <p:nvSpPr>
          <p:cNvPr id="741" name="Google Shape;741;p115"/>
          <p:cNvSpPr txBox="1"/>
          <p:nvPr/>
        </p:nvSpPr>
        <p:spPr>
          <a:xfrm>
            <a:off x="2971800" y="1219200"/>
            <a:ext cx="40386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Function </a:t>
            </a:r>
            <a:r>
              <a:rPr b="1" i="0" lang="en-US" sz="1600" u="none">
                <a:solidFill>
                  <a:schemeClr val="dk1"/>
                </a:solidFill>
                <a:latin typeface="Courier New"/>
                <a:ea typeface="Courier New"/>
                <a:cs typeface="Courier New"/>
                <a:sym typeface="Courier New"/>
              </a:rPr>
              <a:t>swap</a:t>
            </a:r>
            <a:r>
              <a:rPr b="0" i="0" lang="en-US" sz="1600" u="none">
                <a:solidFill>
                  <a:schemeClr val="dk1"/>
                </a:solidFill>
                <a:latin typeface="Times New Roman"/>
                <a:ea typeface="Times New Roman"/>
                <a:cs typeface="Times New Roman"/>
                <a:sym typeface="Times New Roman"/>
              </a:rPr>
              <a:t> changes the values of the </a:t>
            </a:r>
            <a:r>
              <a:rPr b="1" i="0" lang="en-US" sz="1600" u="none">
                <a:solidFill>
                  <a:schemeClr val="dk1"/>
                </a:solidFill>
                <a:latin typeface="Courier New"/>
                <a:ea typeface="Courier New"/>
                <a:cs typeface="Courier New"/>
                <a:sym typeface="Courier New"/>
              </a:rPr>
              <a:t>int</a:t>
            </a:r>
            <a:r>
              <a:rPr b="0" i="0" lang="en-US" sz="1600" u="none">
                <a:solidFill>
                  <a:schemeClr val="dk1"/>
                </a:solidFill>
                <a:latin typeface="Times New Roman"/>
                <a:ea typeface="Times New Roman"/>
                <a:cs typeface="Times New Roman"/>
                <a:sym typeface="Times New Roman"/>
              </a:rPr>
              <a:t>s that the two pointers point to</a:t>
            </a:r>
            <a:endParaRPr/>
          </a:p>
        </p:txBody>
      </p:sp>
      <p:cxnSp>
        <p:nvCxnSpPr>
          <p:cNvPr id="742" name="Google Shape;742;p115"/>
          <p:cNvCxnSpPr/>
          <p:nvPr/>
        </p:nvCxnSpPr>
        <p:spPr>
          <a:xfrm rot="10800000">
            <a:off x="2514600" y="838200"/>
            <a:ext cx="457200" cy="3810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1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49" name="Google Shape;749;p116"/>
          <p:cNvSpPr txBox="1"/>
          <p:nvPr>
            <p:ph type="title"/>
          </p:nvPr>
        </p:nvSpPr>
        <p:spPr>
          <a:xfrm>
            <a:off x="912812" y="860425"/>
            <a:ext cx="8002587" cy="56356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400"/>
              <a:buFont typeface="Arial"/>
              <a:buNone/>
            </a:pPr>
            <a:r>
              <a:rPr b="1" i="0" lang="en-US" sz="3400" u="none">
                <a:solidFill>
                  <a:srgbClr val="5AD9B3"/>
                </a:solidFill>
                <a:latin typeface="Arial"/>
                <a:ea typeface="Arial"/>
                <a:cs typeface="Arial"/>
                <a:sym typeface="Arial"/>
              </a:rPr>
              <a:t>Software Engineering Observation 7.3</a:t>
            </a:r>
            <a:endParaRPr/>
          </a:p>
        </p:txBody>
      </p:sp>
      <p:sp>
        <p:nvSpPr>
          <p:cNvPr id="750" name="Google Shape;750;p116"/>
          <p:cNvSpPr txBox="1"/>
          <p:nvPr>
            <p:ph idx="1" type="body"/>
          </p:nvPr>
        </p:nvSpPr>
        <p:spPr>
          <a:xfrm>
            <a:off x="1141412" y="2055812"/>
            <a:ext cx="7469187" cy="17176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Placing function prototypes in the definitions</a:t>
            </a:r>
            <a:br>
              <a:rPr b="1" i="0" lang="en-US" sz="2800" u="none">
                <a:solidFill>
                  <a:srgbClr val="000000"/>
                </a:solidFill>
                <a:latin typeface="Times New Roman"/>
                <a:ea typeface="Times New Roman"/>
                <a:cs typeface="Times New Roman"/>
                <a:sym typeface="Times New Roman"/>
              </a:rPr>
            </a:br>
            <a:r>
              <a:rPr b="1" i="0" lang="en-US" sz="2800" u="none">
                <a:solidFill>
                  <a:srgbClr val="000000"/>
                </a:solidFill>
                <a:latin typeface="Times New Roman"/>
                <a:ea typeface="Times New Roman"/>
                <a:cs typeface="Times New Roman"/>
                <a:sym typeface="Times New Roman"/>
              </a:rPr>
              <a:t>of other functions enforces the principle of least privilege by restricting proper function calls to the functions in which the prototypes appear.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1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57" name="Google Shape;757;p117"/>
          <p:cNvSpPr txBox="1"/>
          <p:nvPr>
            <p:ph type="title"/>
          </p:nvPr>
        </p:nvSpPr>
        <p:spPr>
          <a:xfrm>
            <a:off x="912812" y="860425"/>
            <a:ext cx="8078787" cy="56356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400"/>
              <a:buFont typeface="Arial"/>
              <a:buNone/>
            </a:pPr>
            <a:r>
              <a:rPr b="1" i="0" lang="en-US" sz="3400" u="none">
                <a:solidFill>
                  <a:srgbClr val="5AD9B3"/>
                </a:solidFill>
                <a:latin typeface="Arial"/>
                <a:ea typeface="Arial"/>
                <a:cs typeface="Arial"/>
                <a:sym typeface="Arial"/>
              </a:rPr>
              <a:t>Software Engineering Observation 7.4</a:t>
            </a:r>
            <a:endParaRPr/>
          </a:p>
        </p:txBody>
      </p:sp>
      <p:sp>
        <p:nvSpPr>
          <p:cNvPr id="758" name="Google Shape;758;p117"/>
          <p:cNvSpPr txBox="1"/>
          <p:nvPr>
            <p:ph idx="1" type="body"/>
          </p:nvPr>
        </p:nvSpPr>
        <p:spPr>
          <a:xfrm>
            <a:off x="1141412" y="2055812"/>
            <a:ext cx="6897687" cy="13112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When passing an array to a function, also pass the size of the array. This helps make the function reusable in many programs.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1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65" name="Google Shape;765;p118"/>
          <p:cNvSpPr txBox="1"/>
          <p:nvPr>
            <p:ph type="title"/>
          </p:nvPr>
        </p:nvSpPr>
        <p:spPr>
          <a:xfrm>
            <a:off x="912812" y="860425"/>
            <a:ext cx="8002587" cy="56356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400"/>
              <a:buFont typeface="Arial"/>
              <a:buNone/>
            </a:pPr>
            <a:r>
              <a:rPr b="1" i="0" lang="en-US" sz="3400" u="none">
                <a:solidFill>
                  <a:srgbClr val="5AD9B3"/>
                </a:solidFill>
                <a:latin typeface="Arial"/>
                <a:ea typeface="Arial"/>
                <a:cs typeface="Arial"/>
                <a:sym typeface="Arial"/>
              </a:rPr>
              <a:t>Software Engineering Observation 7.5</a:t>
            </a:r>
            <a:endParaRPr/>
          </a:p>
        </p:txBody>
      </p:sp>
      <p:sp>
        <p:nvSpPr>
          <p:cNvPr id="766" name="Google Shape;766;p118"/>
          <p:cNvSpPr txBox="1"/>
          <p:nvPr>
            <p:ph idx="1" type="body"/>
          </p:nvPr>
        </p:nvSpPr>
        <p:spPr>
          <a:xfrm>
            <a:off x="1141412" y="2055812"/>
            <a:ext cx="7316787" cy="21240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Global variables usually violate the principle of least privilege and can lead to poor software engineering. Global variables should be used only to represent truly shared resources, such as the time of day.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1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73" name="Google Shape;773;p11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7.7 </a:t>
            </a:r>
            <a:r>
              <a:rPr b="1" i="0" lang="en-US" sz="3600" u="none">
                <a:solidFill>
                  <a:srgbClr val="F9A75E"/>
                </a:solidFill>
                <a:latin typeface="Droid Sans Mono"/>
                <a:ea typeface="Droid Sans Mono"/>
                <a:cs typeface="Droid Sans Mono"/>
                <a:sym typeface="Droid Sans Mono"/>
              </a:rPr>
              <a:t>sizeof</a:t>
            </a:r>
            <a:r>
              <a:rPr b="1" i="0" lang="en-US" sz="3600" u="none">
                <a:solidFill>
                  <a:srgbClr val="F9A75E"/>
                </a:solidFill>
                <a:latin typeface="Arial"/>
                <a:ea typeface="Arial"/>
                <a:cs typeface="Arial"/>
                <a:sym typeface="Arial"/>
              </a:rPr>
              <a:t> Operator</a:t>
            </a:r>
            <a:endParaRPr/>
          </a:p>
        </p:txBody>
      </p:sp>
      <p:sp>
        <p:nvSpPr>
          <p:cNvPr id="774" name="Google Shape;774;p119"/>
          <p:cNvSpPr txBox="1"/>
          <p:nvPr>
            <p:ph idx="1" type="body"/>
          </p:nvPr>
        </p:nvSpPr>
        <p:spPr>
          <a:xfrm>
            <a:off x="685800" y="1295400"/>
            <a:ext cx="8001000" cy="44958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4F87C6"/>
              </a:buClr>
              <a:buSzPts val="2600"/>
              <a:buFont typeface="Noto Sans Symbols"/>
              <a:buChar char="▪"/>
            </a:pPr>
            <a:r>
              <a:rPr b="1" i="0" lang="en-US" sz="2600" u="none">
                <a:solidFill>
                  <a:srgbClr val="000000"/>
                </a:solidFill>
                <a:latin typeface="Droid Sans Mono"/>
                <a:ea typeface="Droid Sans Mono"/>
                <a:cs typeface="Droid Sans Mono"/>
                <a:sym typeface="Droid Sans Mono"/>
              </a:rPr>
              <a:t>sizeof</a:t>
            </a:r>
            <a:endParaRPr/>
          </a:p>
          <a:p>
            <a:pPr indent="-290512" lvl="1" marL="747712" rtl="0" algn="l">
              <a:lnSpc>
                <a:spcPct val="90000"/>
              </a:lnSpc>
              <a:spcBef>
                <a:spcPts val="6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Returns size of operand in bytes</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For arrays:  size of 1 element * number of elements</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if </a:t>
            </a:r>
            <a:r>
              <a:rPr b="1" i="0" lang="en-US" sz="2000" u="none">
                <a:solidFill>
                  <a:srgbClr val="000000"/>
                </a:solidFill>
                <a:latin typeface="Droid Sans Mono"/>
                <a:ea typeface="Droid Sans Mono"/>
                <a:cs typeface="Droid Sans Mono"/>
                <a:sym typeface="Droid Sans Mono"/>
              </a:rPr>
              <a:t>sizeof( int )</a:t>
            </a:r>
            <a:r>
              <a:rPr b="1" i="0" lang="en-US" sz="2200" u="none">
                <a:solidFill>
                  <a:srgbClr val="000000"/>
                </a:solidFill>
                <a:latin typeface="Times New Roman"/>
                <a:ea typeface="Times New Roman"/>
                <a:cs typeface="Times New Roman"/>
                <a:sym typeface="Times New Roman"/>
              </a:rPr>
              <a:t> equals </a:t>
            </a:r>
            <a:r>
              <a:rPr b="1" i="0" lang="en-US" sz="2000" u="none">
                <a:solidFill>
                  <a:srgbClr val="000000"/>
                </a:solidFill>
                <a:latin typeface="Droid Sans Mono"/>
                <a:ea typeface="Droid Sans Mono"/>
                <a:cs typeface="Droid Sans Mono"/>
                <a:sym typeface="Droid Sans Mono"/>
              </a:rPr>
              <a:t>4</a:t>
            </a:r>
            <a:r>
              <a:rPr b="1" i="0" lang="en-US" sz="2200" u="none">
                <a:solidFill>
                  <a:srgbClr val="000000"/>
                </a:solidFill>
                <a:latin typeface="Times New Roman"/>
                <a:ea typeface="Times New Roman"/>
                <a:cs typeface="Times New Roman"/>
                <a:sym typeface="Times New Roman"/>
              </a:rPr>
              <a:t> bytes, then</a:t>
            </a:r>
            <a:endParaRPr/>
          </a:p>
          <a:p>
            <a:pPr indent="-290511" lvl="3" marL="1662111" rtl="0" algn="l">
              <a:lnSpc>
                <a:spcPct val="9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int myArray[ 10 ];</a:t>
            </a:r>
            <a:endParaRPr/>
          </a:p>
          <a:p>
            <a:pPr indent="-290511" lvl="3" marL="1662111" rtl="0" algn="l">
              <a:lnSpc>
                <a:spcPct val="90000"/>
              </a:lnSpc>
              <a:spcBef>
                <a:spcPts val="450"/>
              </a:spcBef>
              <a:spcAft>
                <a:spcPts val="0"/>
              </a:spcAft>
              <a:buSzPts val="1800"/>
              <a:buNone/>
            </a:pPr>
            <a:r>
              <a:rPr b="1" i="0" lang="en-US" sz="1800" u="none">
                <a:solidFill>
                  <a:schemeClr val="dk1"/>
                </a:solidFill>
                <a:latin typeface="Droid Sans Mono"/>
                <a:ea typeface="Droid Sans Mono"/>
                <a:cs typeface="Droid Sans Mono"/>
                <a:sym typeface="Droid Sans Mono"/>
              </a:rPr>
              <a:t>printf( "%d", sizeof( myArray ) );</a:t>
            </a:r>
            <a:endParaRPr/>
          </a:p>
          <a:p>
            <a:pPr indent="-228600" lvl="2" marL="1143000" rtl="0" algn="l">
              <a:lnSpc>
                <a:spcPct val="90000"/>
              </a:lnSpc>
              <a:spcBef>
                <a:spcPts val="4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will print </a:t>
            </a:r>
            <a:r>
              <a:rPr b="1" i="0" lang="en-US" sz="1800" u="none">
                <a:solidFill>
                  <a:schemeClr val="dk1"/>
                </a:solidFill>
                <a:latin typeface="Droid Sans Mono"/>
                <a:ea typeface="Droid Sans Mono"/>
                <a:cs typeface="Droid Sans Mono"/>
                <a:sym typeface="Droid Sans Mono"/>
              </a:rPr>
              <a:t>40</a:t>
            </a:r>
            <a:endParaRPr/>
          </a:p>
          <a:p>
            <a:pPr indent="-228600" lvl="0" marL="228600" rtl="0" algn="l">
              <a:lnSpc>
                <a:spcPct val="90000"/>
              </a:lnSpc>
              <a:spcBef>
                <a:spcPts val="500"/>
              </a:spcBef>
              <a:spcAft>
                <a:spcPts val="0"/>
              </a:spcAft>
              <a:buClr>
                <a:srgbClr val="4F87C6"/>
              </a:buClr>
              <a:buSzPts val="2600"/>
              <a:buFont typeface="Noto Sans Symbols"/>
              <a:buChar char="▪"/>
            </a:pPr>
            <a:r>
              <a:rPr b="1" i="0" lang="en-US" sz="2600" u="none">
                <a:solidFill>
                  <a:srgbClr val="000000"/>
                </a:solidFill>
                <a:latin typeface="Droid Sans Mono"/>
                <a:ea typeface="Droid Sans Mono"/>
                <a:cs typeface="Droid Sans Mono"/>
                <a:sym typeface="Droid Sans Mono"/>
              </a:rPr>
              <a:t>sizeof</a:t>
            </a:r>
            <a:r>
              <a:rPr b="1" i="0" lang="en-US" sz="2800" u="none">
                <a:solidFill>
                  <a:srgbClr val="000000"/>
                </a:solidFill>
                <a:latin typeface="Times New Roman"/>
                <a:ea typeface="Times New Roman"/>
                <a:cs typeface="Times New Roman"/>
                <a:sym typeface="Times New Roman"/>
              </a:rPr>
              <a:t> can be used with</a:t>
            </a:r>
            <a:endParaRPr/>
          </a:p>
          <a:p>
            <a:pPr indent="-290512" lvl="1" marL="747712" rtl="0" algn="l">
              <a:lnSpc>
                <a:spcPct val="9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Variable names</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Type name</a:t>
            </a:r>
            <a:endParaRPr/>
          </a:p>
          <a:p>
            <a:pPr indent="-290512" lvl="1" marL="747712" rtl="0" algn="l">
              <a:lnSpc>
                <a:spcPct val="9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Constant values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2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781" name="Google Shape;781;p120"/>
          <p:cNvPicPr preferRelativeResize="0"/>
          <p:nvPr/>
        </p:nvPicPr>
        <p:blipFill rotWithShape="1">
          <a:blip r:embed="rId3">
            <a:alphaModFix/>
          </a:blip>
          <a:srcRect b="0" l="0" r="0" t="0"/>
          <a:stretch/>
        </p:blipFill>
        <p:spPr>
          <a:xfrm>
            <a:off x="0" y="0"/>
            <a:ext cx="7061200" cy="6148387"/>
          </a:xfrm>
          <a:prstGeom prst="rect">
            <a:avLst/>
          </a:prstGeom>
          <a:noFill/>
          <a:ln>
            <a:noFill/>
          </a:ln>
        </p:spPr>
      </p:pic>
      <p:sp>
        <p:nvSpPr>
          <p:cNvPr id="782" name="Google Shape;782;p120"/>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783" name="Google Shape;783;p120"/>
          <p:cNvSpPr txBox="1"/>
          <p:nvPr/>
        </p:nvSpPr>
        <p:spPr>
          <a:xfrm>
            <a:off x="7162800" y="1068387"/>
            <a:ext cx="1828800" cy="30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fig07_16.c</a:t>
            </a:r>
            <a:endParaRPr/>
          </a:p>
        </p:txBody>
      </p:sp>
      <p:sp>
        <p:nvSpPr>
          <p:cNvPr id="784" name="Google Shape;784;p120"/>
          <p:cNvSpPr txBox="1"/>
          <p:nvPr/>
        </p:nvSpPr>
        <p:spPr>
          <a:xfrm>
            <a:off x="4343400" y="1676400"/>
            <a:ext cx="44958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float</a:t>
            </a:r>
            <a:r>
              <a:rPr b="0" i="0" lang="en-US" sz="1600" u="none">
                <a:solidFill>
                  <a:schemeClr val="dk1"/>
                </a:solidFill>
                <a:latin typeface="Times New Roman"/>
                <a:ea typeface="Times New Roman"/>
                <a:cs typeface="Times New Roman"/>
                <a:sym typeface="Times New Roman"/>
              </a:rPr>
              <a:t>s take up 4 bytes in memory, so 20 </a:t>
            </a:r>
            <a:r>
              <a:rPr b="1" i="0" lang="en-US" sz="1600" u="none">
                <a:solidFill>
                  <a:schemeClr val="dk1"/>
                </a:solidFill>
                <a:latin typeface="Courier New"/>
                <a:ea typeface="Courier New"/>
                <a:cs typeface="Courier New"/>
                <a:sym typeface="Courier New"/>
              </a:rPr>
              <a:t>float</a:t>
            </a:r>
            <a:r>
              <a:rPr b="0" i="0" lang="en-US" sz="1600" u="none">
                <a:solidFill>
                  <a:schemeClr val="dk1"/>
                </a:solidFill>
                <a:latin typeface="Times New Roman"/>
                <a:ea typeface="Times New Roman"/>
                <a:cs typeface="Times New Roman"/>
                <a:sym typeface="Times New Roman"/>
              </a:rPr>
              <a:t>s take up 80 bytes</a:t>
            </a:r>
            <a:endParaRPr/>
          </a:p>
        </p:txBody>
      </p:sp>
      <p:cxnSp>
        <p:nvCxnSpPr>
          <p:cNvPr id="785" name="Google Shape;785;p120"/>
          <p:cNvCxnSpPr/>
          <p:nvPr/>
        </p:nvCxnSpPr>
        <p:spPr>
          <a:xfrm rot="10800000">
            <a:off x="3733800" y="1981200"/>
            <a:ext cx="6096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2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792" name="Google Shape;792;p121"/>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Performance Tip 7.2</a:t>
            </a:r>
            <a:endParaRPr/>
          </a:p>
        </p:txBody>
      </p:sp>
      <p:sp>
        <p:nvSpPr>
          <p:cNvPr id="793" name="Google Shape;793;p121"/>
          <p:cNvSpPr txBox="1"/>
          <p:nvPr>
            <p:ph idx="1" type="body"/>
          </p:nvPr>
        </p:nvSpPr>
        <p:spPr>
          <a:xfrm>
            <a:off x="1141412" y="2055812"/>
            <a:ext cx="6884987" cy="904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Droid Sans Mono"/>
              <a:buNone/>
            </a:pPr>
            <a:r>
              <a:rPr b="1" i="0" lang="en-US" sz="2800" u="none">
                <a:solidFill>
                  <a:srgbClr val="000000"/>
                </a:solidFill>
                <a:latin typeface="Droid Sans Mono"/>
                <a:ea typeface="Droid Sans Mono"/>
                <a:cs typeface="Droid Sans Mono"/>
                <a:sym typeface="Droid Sans Mono"/>
              </a:rPr>
              <a:t>sizeof</a:t>
            </a:r>
            <a:r>
              <a:rPr b="1" i="0" lang="en-US" sz="2800" u="none">
                <a:solidFill>
                  <a:srgbClr val="000000"/>
                </a:solidFill>
                <a:latin typeface="Times New Roman"/>
                <a:ea typeface="Times New Roman"/>
                <a:cs typeface="Times New Roman"/>
                <a:sym typeface="Times New Roman"/>
              </a:rPr>
              <a:t> is a compile-time operator, so it does not incur any execution-time overhead.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2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00" name="Google Shape;800;p122"/>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Portability Tip 7.2</a:t>
            </a:r>
            <a:endParaRPr/>
          </a:p>
        </p:txBody>
      </p:sp>
      <p:sp>
        <p:nvSpPr>
          <p:cNvPr id="801" name="Google Shape;801;p122"/>
          <p:cNvSpPr txBox="1"/>
          <p:nvPr>
            <p:ph idx="1" type="body"/>
          </p:nvPr>
        </p:nvSpPr>
        <p:spPr>
          <a:xfrm>
            <a:off x="1141412" y="2055812"/>
            <a:ext cx="7545387" cy="25304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The number of bytes used to store a particular data type may vary between systems. When writing programs that depend on data type sizes and that will run on several computer systems, use </a:t>
            </a:r>
            <a:r>
              <a:rPr b="1" i="0" lang="en-US" sz="2800" u="none">
                <a:solidFill>
                  <a:srgbClr val="000000"/>
                </a:solidFill>
                <a:latin typeface="Droid Sans Mono"/>
                <a:ea typeface="Droid Sans Mono"/>
                <a:cs typeface="Droid Sans Mono"/>
                <a:sym typeface="Droid Sans Mono"/>
              </a:rPr>
              <a:t>sizeof</a:t>
            </a:r>
            <a:r>
              <a:rPr b="1" i="0" lang="en-US" sz="2800" u="none">
                <a:solidFill>
                  <a:srgbClr val="000000"/>
                </a:solidFill>
                <a:latin typeface="Times New Roman"/>
                <a:ea typeface="Times New Roman"/>
                <a:cs typeface="Times New Roman"/>
                <a:sym typeface="Times New Roman"/>
              </a:rPr>
              <a:t> to determine the number of bytes used to store the data types.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2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808" name="Google Shape;808;p123"/>
          <p:cNvPicPr preferRelativeResize="0"/>
          <p:nvPr/>
        </p:nvPicPr>
        <p:blipFill rotWithShape="1">
          <a:blip r:embed="rId3">
            <a:alphaModFix/>
          </a:blip>
          <a:srcRect b="0" l="0" r="0" t="0"/>
          <a:stretch/>
        </p:blipFill>
        <p:spPr>
          <a:xfrm>
            <a:off x="0" y="0"/>
            <a:ext cx="7061200" cy="3535362"/>
          </a:xfrm>
          <a:prstGeom prst="rect">
            <a:avLst/>
          </a:prstGeom>
          <a:noFill/>
          <a:ln>
            <a:noFill/>
          </a:ln>
        </p:spPr>
      </p:pic>
      <p:sp>
        <p:nvSpPr>
          <p:cNvPr id="809" name="Google Shape;809;p12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810" name="Google Shape;810;p123"/>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fig07_17.c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2 )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2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817" name="Google Shape;817;p124"/>
          <p:cNvPicPr preferRelativeResize="0"/>
          <p:nvPr/>
        </p:nvPicPr>
        <p:blipFill rotWithShape="1">
          <a:blip r:embed="rId3">
            <a:alphaModFix/>
          </a:blip>
          <a:srcRect b="0" l="0" r="0" t="0"/>
          <a:stretch/>
        </p:blipFill>
        <p:spPr>
          <a:xfrm>
            <a:off x="0" y="0"/>
            <a:ext cx="7061200" cy="5889625"/>
          </a:xfrm>
          <a:prstGeom prst="rect">
            <a:avLst/>
          </a:prstGeom>
          <a:noFill/>
          <a:ln>
            <a:noFill/>
          </a:ln>
        </p:spPr>
      </p:pic>
      <p:sp>
        <p:nvSpPr>
          <p:cNvPr id="818" name="Google Shape;818;p12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819" name="Google Shape;819;p124"/>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fig07_17.c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2 )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2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26" name="Google Shape;826;p12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7.8 Pointer Expressions and Pointer Arithmetic</a:t>
            </a:r>
            <a:endParaRPr/>
          </a:p>
        </p:txBody>
      </p:sp>
      <p:sp>
        <p:nvSpPr>
          <p:cNvPr id="827" name="Google Shape;827;p125"/>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Arithmetic operations can be performed on pointers</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Increment/decrement pointer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or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Add an integer to a pointer(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or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 or </a:t>
            </a:r>
            <a:r>
              <a:rPr b="1" i="0" lang="en-US" sz="2000" u="none">
                <a:solidFill>
                  <a:srgbClr val="000000"/>
                </a:solidFill>
                <a:latin typeface="Droid Sans Mono"/>
                <a:ea typeface="Droid Sans Mono"/>
                <a:cs typeface="Droid Sans Mono"/>
                <a:sym typeface="Droid Sans Mono"/>
              </a:rPr>
              <a:t>-=</a:t>
            </a:r>
            <a:r>
              <a:rPr b="1" i="0" lang="en-US" sz="2200" u="none">
                <a:solidFill>
                  <a:srgbClr val="000000"/>
                </a:solidFill>
                <a:latin typeface="Times New Roman"/>
                <a:ea typeface="Times New Roman"/>
                <a:cs typeface="Times New Roman"/>
                <a:sym typeface="Times New Roman"/>
              </a:rPr>
              <a:t>)</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Pointers may be subtracted from each other</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Operations meaningless unless performed on an array</a:t>
            </a:r>
            <a:endParaRPr/>
          </a:p>
        </p:txBody>
      </p:sp>
      <p:pic>
        <p:nvPicPr>
          <p:cNvPr id="828" name="Google Shape;828;p125"/>
          <p:cNvPicPr preferRelativeResize="0"/>
          <p:nvPr/>
        </p:nvPicPr>
        <p:blipFill rotWithShape="1">
          <a:blip r:embed="rId3">
            <a:alphaModFix/>
          </a:blip>
          <a:srcRect b="0" l="0" r="0" t="0"/>
          <a:stretch/>
        </p:blipFill>
        <p:spPr>
          <a:xfrm>
            <a:off x="2535237" y="3963987"/>
            <a:ext cx="3876675" cy="218916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2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35" name="Google Shape;835;p12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7.8 Pointer Expressions and Pointer Arithmetic</a:t>
            </a:r>
            <a:endParaRPr/>
          </a:p>
        </p:txBody>
      </p:sp>
      <p:sp>
        <p:nvSpPr>
          <p:cNvPr id="836" name="Google Shape;836;p126"/>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5 element </a:t>
            </a:r>
            <a:r>
              <a:rPr b="1" i="0" lang="en-US" sz="2600" u="none">
                <a:solidFill>
                  <a:srgbClr val="000000"/>
                </a:solidFill>
                <a:latin typeface="Droid Sans Mono"/>
                <a:ea typeface="Droid Sans Mono"/>
                <a:cs typeface="Droid Sans Mono"/>
                <a:sym typeface="Droid Sans Mono"/>
              </a:rPr>
              <a:t>int</a:t>
            </a:r>
            <a:r>
              <a:rPr b="1" i="0" lang="en-US" sz="2800" u="none">
                <a:solidFill>
                  <a:srgbClr val="000000"/>
                </a:solidFill>
                <a:latin typeface="Times New Roman"/>
                <a:ea typeface="Times New Roman"/>
                <a:cs typeface="Times New Roman"/>
                <a:sym typeface="Times New Roman"/>
              </a:rPr>
              <a:t> array on machine with 4 byte </a:t>
            </a:r>
            <a:r>
              <a:rPr b="1" i="0" lang="en-US" sz="2600" u="none">
                <a:solidFill>
                  <a:srgbClr val="000000"/>
                </a:solidFill>
                <a:latin typeface="Droid Sans Mono"/>
                <a:ea typeface="Droid Sans Mono"/>
                <a:cs typeface="Droid Sans Mono"/>
                <a:sym typeface="Droid Sans Mono"/>
              </a:rPr>
              <a:t>ints</a:t>
            </a:r>
            <a:endParaRPr/>
          </a:p>
          <a:p>
            <a:pPr indent="-290512" lvl="1" marL="747712" rtl="0" algn="l">
              <a:lnSpc>
                <a:spcPct val="100000"/>
              </a:lnSpc>
              <a:spcBef>
                <a:spcPts val="70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vPtr</a:t>
            </a:r>
            <a:r>
              <a:rPr b="1" i="0" lang="en-US" sz="2200" u="none">
                <a:solidFill>
                  <a:srgbClr val="000000"/>
                </a:solidFill>
                <a:latin typeface="Times New Roman"/>
                <a:ea typeface="Times New Roman"/>
                <a:cs typeface="Times New Roman"/>
                <a:sym typeface="Times New Roman"/>
              </a:rPr>
              <a:t> points to first element </a:t>
            </a:r>
            <a:r>
              <a:rPr b="1" i="0" lang="en-US" sz="2000" u="none">
                <a:solidFill>
                  <a:srgbClr val="000000"/>
                </a:solidFill>
                <a:latin typeface="Droid Sans Mono"/>
                <a:ea typeface="Droid Sans Mono"/>
                <a:cs typeface="Droid Sans Mono"/>
                <a:sym typeface="Droid Sans Mono"/>
              </a:rPr>
              <a:t>v[ 0 ]</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at location </a:t>
            </a:r>
            <a:r>
              <a:rPr b="1" i="0" lang="en-US" sz="1800" u="none">
                <a:solidFill>
                  <a:schemeClr val="dk1"/>
                </a:solidFill>
                <a:latin typeface="Droid Sans Mono"/>
                <a:ea typeface="Droid Sans Mono"/>
                <a:cs typeface="Droid Sans Mono"/>
                <a:sym typeface="Droid Sans Mono"/>
              </a:rPr>
              <a:t>3000 (vPtr = 3000)</a:t>
            </a:r>
            <a:endParaRPr/>
          </a:p>
          <a:p>
            <a:pPr indent="-290512" lvl="1" marL="747712" rtl="0" algn="l">
              <a:lnSpc>
                <a:spcPct val="100000"/>
              </a:lnSpc>
              <a:spcBef>
                <a:spcPts val="50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vPtr += 2;</a:t>
            </a:r>
            <a:r>
              <a:rPr b="1" i="0" lang="en-US" sz="2200" u="none">
                <a:solidFill>
                  <a:srgbClr val="000000"/>
                </a:solidFill>
                <a:latin typeface="Times New Roman"/>
                <a:ea typeface="Times New Roman"/>
                <a:cs typeface="Times New Roman"/>
                <a:sym typeface="Times New Roman"/>
              </a:rPr>
              <a:t> sets </a:t>
            </a:r>
            <a:r>
              <a:rPr b="1" i="0" lang="en-US" sz="2000" u="none">
                <a:solidFill>
                  <a:srgbClr val="000000"/>
                </a:solidFill>
                <a:latin typeface="Droid Sans Mono"/>
                <a:ea typeface="Droid Sans Mono"/>
                <a:cs typeface="Droid Sans Mono"/>
                <a:sym typeface="Droid Sans Mono"/>
              </a:rPr>
              <a:t>vPtr</a:t>
            </a:r>
            <a:r>
              <a:rPr b="1" i="0" lang="en-US" sz="2200" u="none">
                <a:solidFill>
                  <a:srgbClr val="000000"/>
                </a:solidFill>
                <a:latin typeface="Times New Roman"/>
                <a:ea typeface="Times New Roman"/>
                <a:cs typeface="Times New Roman"/>
                <a:sym typeface="Times New Roman"/>
              </a:rPr>
              <a:t> to </a:t>
            </a:r>
            <a:r>
              <a:rPr b="1" i="0" lang="en-US" sz="2000" u="none">
                <a:solidFill>
                  <a:srgbClr val="000000"/>
                </a:solidFill>
                <a:latin typeface="Droid Sans Mono"/>
                <a:ea typeface="Droid Sans Mono"/>
                <a:cs typeface="Droid Sans Mono"/>
                <a:sym typeface="Droid Sans Mono"/>
              </a:rPr>
              <a:t>3008</a:t>
            </a:r>
            <a:endParaRPr/>
          </a:p>
          <a:p>
            <a:pPr indent="-228600" lvl="2" marL="1143000" rtl="0" algn="l">
              <a:lnSpc>
                <a:spcPct val="100000"/>
              </a:lnSpc>
              <a:spcBef>
                <a:spcPts val="550"/>
              </a:spcBef>
              <a:spcAft>
                <a:spcPts val="0"/>
              </a:spcAft>
              <a:buClr>
                <a:srgbClr val="4F87C6"/>
              </a:buClr>
              <a:buSzPts val="1800"/>
              <a:buFont typeface="Arial"/>
              <a:buChar char="-"/>
            </a:pPr>
            <a:r>
              <a:rPr b="1" i="0" lang="en-US" sz="1800" u="none">
                <a:solidFill>
                  <a:schemeClr val="dk1"/>
                </a:solidFill>
                <a:latin typeface="Droid Sans Mono"/>
                <a:ea typeface="Droid Sans Mono"/>
                <a:cs typeface="Droid Sans Mono"/>
                <a:sym typeface="Droid Sans Mono"/>
              </a:rPr>
              <a:t>vPtr</a:t>
            </a:r>
            <a:r>
              <a:rPr b="1" i="0" lang="en-US" sz="2000" u="none">
                <a:solidFill>
                  <a:schemeClr val="dk1"/>
                </a:solidFill>
                <a:latin typeface="Times New Roman"/>
                <a:ea typeface="Times New Roman"/>
                <a:cs typeface="Times New Roman"/>
                <a:sym typeface="Times New Roman"/>
              </a:rPr>
              <a:t> points to </a:t>
            </a:r>
            <a:r>
              <a:rPr b="1" i="0" lang="en-US" sz="1800" u="none">
                <a:solidFill>
                  <a:schemeClr val="dk1"/>
                </a:solidFill>
                <a:latin typeface="Droid Sans Mono"/>
                <a:ea typeface="Droid Sans Mono"/>
                <a:cs typeface="Droid Sans Mono"/>
                <a:sym typeface="Droid Sans Mono"/>
              </a:rPr>
              <a:t>v[ 2 ]</a:t>
            </a:r>
            <a:r>
              <a:rPr b="1" i="0" lang="en-US" sz="2000" u="none">
                <a:solidFill>
                  <a:schemeClr val="dk1"/>
                </a:solidFill>
                <a:latin typeface="Times New Roman"/>
                <a:ea typeface="Times New Roman"/>
                <a:cs typeface="Times New Roman"/>
                <a:sym typeface="Times New Roman"/>
              </a:rPr>
              <a:t> (incremented by 2), but the machine has 4 byte </a:t>
            </a:r>
            <a:r>
              <a:rPr b="1" i="0" lang="en-US" sz="1800" u="none">
                <a:solidFill>
                  <a:schemeClr val="dk1"/>
                </a:solidFill>
                <a:latin typeface="Droid Sans Mono"/>
                <a:ea typeface="Droid Sans Mono"/>
                <a:cs typeface="Droid Sans Mono"/>
                <a:sym typeface="Droid Sans Mono"/>
              </a:rPr>
              <a:t>ints</a:t>
            </a:r>
            <a:r>
              <a:rPr b="1" i="0" lang="en-US" sz="2000" u="none">
                <a:solidFill>
                  <a:schemeClr val="dk1"/>
                </a:solidFill>
                <a:latin typeface="Times New Roman"/>
                <a:ea typeface="Times New Roman"/>
                <a:cs typeface="Times New Roman"/>
                <a:sym typeface="Times New Roman"/>
              </a:rPr>
              <a:t>, so it points to address </a:t>
            </a:r>
            <a:r>
              <a:rPr b="1" i="0" lang="en-US" sz="1800" u="none">
                <a:solidFill>
                  <a:schemeClr val="dk1"/>
                </a:solidFill>
                <a:latin typeface="Droid Sans Mono"/>
                <a:ea typeface="Droid Sans Mono"/>
                <a:cs typeface="Droid Sans Mono"/>
                <a:sym typeface="Droid Sans Mono"/>
              </a:rPr>
              <a:t>3008</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2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43" name="Google Shape;843;p127"/>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7.18</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Array </a:t>
            </a:r>
            <a:r>
              <a:rPr b="1" i="0" lang="en-US" sz="1600" u="none">
                <a:solidFill>
                  <a:srgbClr val="000000"/>
                </a:solidFill>
                <a:latin typeface="Droid Sans Mono"/>
                <a:ea typeface="Droid Sans Mono"/>
                <a:cs typeface="Droid Sans Mono"/>
                <a:sym typeface="Droid Sans Mono"/>
              </a:rPr>
              <a:t>v</a:t>
            </a:r>
            <a:r>
              <a:rPr b="0" i="0" lang="en-US" sz="1600" u="none">
                <a:solidFill>
                  <a:srgbClr val="000000"/>
                </a:solidFill>
                <a:latin typeface="Arial"/>
                <a:ea typeface="Arial"/>
                <a:cs typeface="Arial"/>
                <a:sym typeface="Arial"/>
              </a:rPr>
              <a:t> and a pointer variable </a:t>
            </a:r>
            <a:r>
              <a:rPr b="1" i="0" lang="en-US" sz="1600" u="none">
                <a:solidFill>
                  <a:srgbClr val="000000"/>
                </a:solidFill>
                <a:latin typeface="Droid Sans Mono"/>
                <a:ea typeface="Droid Sans Mono"/>
                <a:cs typeface="Droid Sans Mono"/>
                <a:sym typeface="Droid Sans Mono"/>
              </a:rPr>
              <a:t>vPtr</a:t>
            </a:r>
            <a:r>
              <a:rPr b="0" i="0" lang="en-US" sz="1600" u="none">
                <a:solidFill>
                  <a:srgbClr val="000000"/>
                </a:solidFill>
                <a:latin typeface="Arial"/>
                <a:ea typeface="Arial"/>
                <a:cs typeface="Arial"/>
                <a:sym typeface="Arial"/>
              </a:rPr>
              <a:t> that points to </a:t>
            </a:r>
            <a:r>
              <a:rPr b="1" i="0" lang="en-US" sz="1600" u="none">
                <a:solidFill>
                  <a:srgbClr val="000000"/>
                </a:solidFill>
                <a:latin typeface="Droid Sans Mono"/>
                <a:ea typeface="Droid Sans Mono"/>
                <a:cs typeface="Droid Sans Mono"/>
                <a:sym typeface="Droid Sans Mono"/>
              </a:rPr>
              <a:t>v</a:t>
            </a:r>
            <a:r>
              <a:rPr b="0" i="0" lang="en-US" sz="1600" u="none">
                <a:solidFill>
                  <a:srgbClr val="000000"/>
                </a:solidFill>
                <a:latin typeface="Arial"/>
                <a:ea typeface="Arial"/>
                <a:cs typeface="Arial"/>
                <a:sym typeface="Arial"/>
              </a:rPr>
              <a:t>. </a:t>
            </a:r>
            <a:endParaRPr/>
          </a:p>
        </p:txBody>
      </p:sp>
      <p:pic>
        <p:nvPicPr>
          <p:cNvPr descr="AAEMZIV0" id="844" name="Google Shape;844;p127"/>
          <p:cNvPicPr preferRelativeResize="0"/>
          <p:nvPr/>
        </p:nvPicPr>
        <p:blipFill rotWithShape="1">
          <a:blip r:embed="rId3">
            <a:alphaModFix/>
          </a:blip>
          <a:srcRect b="0" l="0" r="0" t="0"/>
          <a:stretch/>
        </p:blipFill>
        <p:spPr>
          <a:xfrm>
            <a:off x="762000" y="2162175"/>
            <a:ext cx="7615237" cy="25050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2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51" name="Google Shape;851;p128"/>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7.19</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The pointer </a:t>
            </a:r>
            <a:r>
              <a:rPr b="1" i="0" lang="en-US" sz="1600" u="none">
                <a:solidFill>
                  <a:srgbClr val="000000"/>
                </a:solidFill>
                <a:latin typeface="Droid Sans Mono"/>
                <a:ea typeface="Droid Sans Mono"/>
                <a:cs typeface="Droid Sans Mono"/>
                <a:sym typeface="Droid Sans Mono"/>
              </a:rPr>
              <a:t>vPtr</a:t>
            </a:r>
            <a:r>
              <a:rPr b="0" i="0" lang="en-US" sz="1600" u="none">
                <a:solidFill>
                  <a:srgbClr val="000000"/>
                </a:solidFill>
                <a:latin typeface="Arial"/>
                <a:ea typeface="Arial"/>
                <a:cs typeface="Arial"/>
                <a:sym typeface="Arial"/>
              </a:rPr>
              <a:t> after pointer arithmetic. </a:t>
            </a:r>
            <a:endParaRPr/>
          </a:p>
        </p:txBody>
      </p:sp>
      <p:pic>
        <p:nvPicPr>
          <p:cNvPr descr="AAEMZIW0" id="852" name="Google Shape;852;p128"/>
          <p:cNvPicPr preferRelativeResize="0"/>
          <p:nvPr/>
        </p:nvPicPr>
        <p:blipFill rotWithShape="1">
          <a:blip r:embed="rId3">
            <a:alphaModFix/>
          </a:blip>
          <a:srcRect b="0" l="0" r="0" t="0"/>
          <a:stretch/>
        </p:blipFill>
        <p:spPr>
          <a:xfrm>
            <a:off x="754062" y="2163762"/>
            <a:ext cx="7615237" cy="25050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2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59" name="Google Shape;859;p129"/>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Portability Tip 7.3</a:t>
            </a:r>
            <a:endParaRPr/>
          </a:p>
        </p:txBody>
      </p:sp>
      <p:sp>
        <p:nvSpPr>
          <p:cNvPr id="860" name="Google Shape;860;p129"/>
          <p:cNvSpPr txBox="1"/>
          <p:nvPr>
            <p:ph idx="1" type="body"/>
          </p:nvPr>
        </p:nvSpPr>
        <p:spPr>
          <a:xfrm>
            <a:off x="1141412" y="2055812"/>
            <a:ext cx="7545387" cy="25304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Most computers today have 2-byte or 4-byte integers. Some of the newer machines use 8-byte integers. Because the results of pointer arithmetic depend on the size of the objects a pointer points to, pointer arithmetic is machine dependent.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3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67" name="Google Shape;867;p13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7.8 Pointer Expressions and Pointer Arithmetic</a:t>
            </a:r>
            <a:endParaRPr/>
          </a:p>
        </p:txBody>
      </p:sp>
      <p:sp>
        <p:nvSpPr>
          <p:cNvPr id="868" name="Google Shape;868;p130"/>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Subtracting pointers</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Returns number of elements from one to the other.  If</a:t>
            </a:r>
            <a:endParaRPr/>
          </a:p>
          <a:p>
            <a:pPr indent="-228600" lvl="2" marL="1143000"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vPtr2 = v[ 2 ];</a:t>
            </a:r>
            <a:endParaRPr/>
          </a:p>
          <a:p>
            <a:pPr indent="-228600" lvl="2" marL="1143000" rtl="0" algn="l">
              <a:lnSpc>
                <a:spcPct val="100000"/>
              </a:lnSpc>
              <a:spcBef>
                <a:spcPts val="450"/>
              </a:spcBef>
              <a:spcAft>
                <a:spcPts val="0"/>
              </a:spcAft>
              <a:buSzPts val="1800"/>
              <a:buNone/>
            </a:pPr>
            <a:r>
              <a:rPr b="1" i="0" lang="en-US" sz="1800" u="none">
                <a:solidFill>
                  <a:schemeClr val="dk1"/>
                </a:solidFill>
                <a:latin typeface="Droid Sans Mono"/>
                <a:ea typeface="Droid Sans Mono"/>
                <a:cs typeface="Droid Sans Mono"/>
                <a:sym typeface="Droid Sans Mono"/>
              </a:rPr>
              <a:t>vPtr = v[ 0 ];</a:t>
            </a:r>
            <a:endParaRPr/>
          </a:p>
          <a:p>
            <a:pPr indent="-290512" lvl="1" marL="747712" rtl="0" algn="l">
              <a:lnSpc>
                <a:spcPct val="100000"/>
              </a:lnSpc>
              <a:spcBef>
                <a:spcPts val="45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vPtr2 - vPtr</a:t>
            </a:r>
            <a:r>
              <a:rPr b="1" i="0" lang="en-US" sz="2200" u="none">
                <a:solidFill>
                  <a:srgbClr val="000000"/>
                </a:solidFill>
                <a:latin typeface="Times New Roman"/>
                <a:ea typeface="Times New Roman"/>
                <a:cs typeface="Times New Roman"/>
                <a:sym typeface="Times New Roman"/>
              </a:rPr>
              <a:t> would produce 2</a:t>
            </a:r>
            <a:endParaRPr/>
          </a:p>
          <a:p>
            <a:pPr indent="-228600" lvl="0" marL="228600" rtl="0" algn="l">
              <a:lnSpc>
                <a:spcPct val="100000"/>
              </a:lnSpc>
              <a:spcBef>
                <a:spcPts val="55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 comparison ( </a:t>
            </a:r>
            <a:r>
              <a:rPr b="1" i="0" lang="en-US" sz="2600" u="none">
                <a:solidFill>
                  <a:srgbClr val="000000"/>
                </a:solidFill>
                <a:latin typeface="Droid Sans Mono"/>
                <a:ea typeface="Droid Sans Mono"/>
                <a:cs typeface="Droid Sans Mono"/>
                <a:sym typeface="Droid Sans Mono"/>
              </a:rPr>
              <a:t>&lt;</a:t>
            </a:r>
            <a:r>
              <a:rPr b="1" i="0" lang="en-US" sz="2800" u="none">
                <a:solidFill>
                  <a:srgbClr val="000000"/>
                </a:solidFill>
                <a:latin typeface="Times New Roman"/>
                <a:ea typeface="Times New Roman"/>
                <a:cs typeface="Times New Roman"/>
                <a:sym typeface="Times New Roman"/>
              </a:rPr>
              <a:t>, </a:t>
            </a:r>
            <a:r>
              <a:rPr b="1" i="0" lang="en-US" sz="26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 </a:t>
            </a:r>
            <a:r>
              <a:rPr b="1" i="0" lang="en-US" sz="2600" u="none">
                <a:solidFill>
                  <a:srgbClr val="000000"/>
                </a:solidFill>
                <a:latin typeface="Droid Sans Mono"/>
                <a:ea typeface="Droid Sans Mono"/>
                <a:cs typeface="Droid Sans Mono"/>
                <a:sym typeface="Droid Sans Mono"/>
              </a:rPr>
              <a:t>&gt;</a:t>
            </a:r>
            <a:r>
              <a:rPr b="1" i="0" lang="en-US" sz="2800" u="none">
                <a:solidFill>
                  <a:srgbClr val="000000"/>
                </a:solidFill>
                <a:latin typeface="Times New Roman"/>
                <a:ea typeface="Times New Roman"/>
                <a:cs typeface="Times New Roman"/>
                <a:sym typeface="Times New Roman"/>
              </a:rPr>
              <a:t> )</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See which pointer points to the higher numbered array element</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Also, see if a pointer points to </a:t>
            </a:r>
            <a:r>
              <a:rPr b="1" i="0" lang="en-US" sz="2200" u="none">
                <a:solidFill>
                  <a:srgbClr val="000000"/>
                </a:solidFill>
                <a:latin typeface="Courier New"/>
                <a:ea typeface="Courier New"/>
                <a:cs typeface="Courier New"/>
                <a:sym typeface="Courier New"/>
              </a:rPr>
              <a:t>0</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3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75" name="Google Shape;875;p131"/>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7.5</a:t>
            </a:r>
            <a:endParaRPr/>
          </a:p>
        </p:txBody>
      </p:sp>
      <p:sp>
        <p:nvSpPr>
          <p:cNvPr id="876" name="Google Shape;876;p131"/>
          <p:cNvSpPr txBox="1"/>
          <p:nvPr>
            <p:ph idx="1" type="body"/>
          </p:nvPr>
        </p:nvSpPr>
        <p:spPr>
          <a:xfrm>
            <a:off x="1141412" y="2055812"/>
            <a:ext cx="6351587" cy="13112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Using pointer arithmetic on a pointer that does not refer to an element in an array.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3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83" name="Google Shape;883;p132"/>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7.6</a:t>
            </a:r>
            <a:endParaRPr/>
          </a:p>
        </p:txBody>
      </p:sp>
      <p:sp>
        <p:nvSpPr>
          <p:cNvPr id="884" name="Google Shape;884;p132"/>
          <p:cNvSpPr txBox="1"/>
          <p:nvPr>
            <p:ph idx="1" type="body"/>
          </p:nvPr>
        </p:nvSpPr>
        <p:spPr>
          <a:xfrm>
            <a:off x="1141412" y="2055812"/>
            <a:ext cx="6821487" cy="860425"/>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Subtracting or comparing two pointers that do not refer to elements in the same array.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3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91" name="Google Shape;891;p133"/>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7.7</a:t>
            </a:r>
            <a:endParaRPr/>
          </a:p>
        </p:txBody>
      </p:sp>
      <p:sp>
        <p:nvSpPr>
          <p:cNvPr id="892" name="Google Shape;892;p133"/>
          <p:cNvSpPr txBox="1"/>
          <p:nvPr>
            <p:ph idx="1" type="body"/>
          </p:nvPr>
        </p:nvSpPr>
        <p:spPr>
          <a:xfrm>
            <a:off x="1141412" y="2055812"/>
            <a:ext cx="7240587" cy="904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Running off either end of an array when using pointer arithmetic.</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3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899" name="Google Shape;899;p13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7.8 Pointer Expressions and Pointer Arithmetic</a:t>
            </a:r>
            <a:endParaRPr/>
          </a:p>
        </p:txBody>
      </p:sp>
      <p:sp>
        <p:nvSpPr>
          <p:cNvPr id="900" name="Google Shape;900;p134"/>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Pointers of the same type can be assigned to each other</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If not the same type, a cast operator must be used</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Exception:  pointer to </a:t>
            </a:r>
            <a:r>
              <a:rPr b="1" i="0" lang="en-US" sz="2000" u="none">
                <a:solidFill>
                  <a:srgbClr val="000000"/>
                </a:solidFill>
                <a:latin typeface="Droid Sans Mono"/>
                <a:ea typeface="Droid Sans Mono"/>
                <a:cs typeface="Droid Sans Mono"/>
                <a:sym typeface="Droid Sans Mono"/>
              </a:rPr>
              <a:t>void</a:t>
            </a:r>
            <a:r>
              <a:rPr b="1" i="0" lang="en-US" sz="2200" u="none">
                <a:solidFill>
                  <a:srgbClr val="000000"/>
                </a:solidFill>
                <a:latin typeface="Times New Roman"/>
                <a:ea typeface="Times New Roman"/>
                <a:cs typeface="Times New Roman"/>
                <a:sym typeface="Times New Roman"/>
              </a:rPr>
              <a:t> (type </a:t>
            </a:r>
            <a:r>
              <a:rPr b="1" i="0" lang="en-US" sz="2000" u="none">
                <a:solidFill>
                  <a:srgbClr val="000000"/>
                </a:solidFill>
                <a:latin typeface="Droid Sans Mono"/>
                <a:ea typeface="Droid Sans Mono"/>
                <a:cs typeface="Droid Sans Mono"/>
                <a:sym typeface="Droid Sans Mono"/>
              </a:rPr>
              <a:t>void *)</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Generic pointer, represents any type</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No casting needed to convert a pointer to </a:t>
            </a:r>
            <a:r>
              <a:rPr b="1" i="0" lang="en-US" sz="1800" u="none">
                <a:solidFill>
                  <a:schemeClr val="dk1"/>
                </a:solidFill>
                <a:latin typeface="Droid Sans Mono"/>
                <a:ea typeface="Droid Sans Mono"/>
                <a:cs typeface="Droid Sans Mono"/>
                <a:sym typeface="Droid Sans Mono"/>
              </a:rPr>
              <a:t>void</a:t>
            </a:r>
            <a:r>
              <a:rPr b="1" i="0" lang="en-US" sz="2000" u="none">
                <a:solidFill>
                  <a:schemeClr val="dk1"/>
                </a:solidFill>
                <a:latin typeface="Times New Roman"/>
                <a:ea typeface="Times New Roman"/>
                <a:cs typeface="Times New Roman"/>
                <a:sym typeface="Times New Roman"/>
              </a:rPr>
              <a:t> pointer</a:t>
            </a:r>
            <a:endParaRPr/>
          </a:p>
          <a:p>
            <a:pPr indent="-228600" lvl="2" marL="1143000" rtl="0" algn="l">
              <a:lnSpc>
                <a:spcPct val="100000"/>
              </a:lnSpc>
              <a:spcBef>
                <a:spcPts val="500"/>
              </a:spcBef>
              <a:spcAft>
                <a:spcPts val="0"/>
              </a:spcAft>
              <a:buClr>
                <a:srgbClr val="4F87C6"/>
              </a:buClr>
              <a:buSzPts val="1800"/>
              <a:buFont typeface="Arial"/>
              <a:buChar char="-"/>
            </a:pPr>
            <a:r>
              <a:rPr b="1" i="0" lang="en-US" sz="1800" u="none">
                <a:solidFill>
                  <a:schemeClr val="dk1"/>
                </a:solidFill>
                <a:latin typeface="Droid Sans Mono"/>
                <a:ea typeface="Droid Sans Mono"/>
                <a:cs typeface="Droid Sans Mono"/>
                <a:sym typeface="Droid Sans Mono"/>
              </a:rPr>
              <a:t>void</a:t>
            </a:r>
            <a:r>
              <a:rPr b="1" i="0" lang="en-US" sz="2000" u="none">
                <a:solidFill>
                  <a:schemeClr val="dk1"/>
                </a:solidFill>
                <a:latin typeface="Times New Roman"/>
                <a:ea typeface="Times New Roman"/>
                <a:cs typeface="Times New Roman"/>
                <a:sym typeface="Times New Roman"/>
              </a:rPr>
              <a:t> pointers cannot be dereferenced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3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907" name="Google Shape;907;p135"/>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7.8</a:t>
            </a:r>
            <a:endParaRPr/>
          </a:p>
        </p:txBody>
      </p:sp>
      <p:sp>
        <p:nvSpPr>
          <p:cNvPr id="908" name="Google Shape;908;p135"/>
          <p:cNvSpPr txBox="1"/>
          <p:nvPr>
            <p:ph idx="1" type="body"/>
          </p:nvPr>
        </p:nvSpPr>
        <p:spPr>
          <a:xfrm>
            <a:off x="1141412" y="2055812"/>
            <a:ext cx="7316787" cy="13112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Assigning a pointer of one type to a pointer of another type if neither is of type </a:t>
            </a:r>
            <a:r>
              <a:rPr b="1" i="0" lang="en-US" sz="2800" u="none">
                <a:solidFill>
                  <a:srgbClr val="000000"/>
                </a:solidFill>
                <a:latin typeface="Droid Sans Mono"/>
                <a:ea typeface="Droid Sans Mono"/>
                <a:cs typeface="Droid Sans Mono"/>
                <a:sym typeface="Droid Sans Mono"/>
              </a:rPr>
              <a:t>void</a:t>
            </a:r>
            <a:r>
              <a:rPr b="1" i="1" lang="en-US" sz="2800" u="none">
                <a:solidFill>
                  <a:srgbClr val="000000"/>
                </a:solidFill>
                <a:latin typeface="Times New Roman"/>
                <a:ea typeface="Times New Roman"/>
                <a:cs typeface="Times New Roman"/>
                <a:sym typeface="Times New Roman"/>
              </a:rPr>
              <a:t> </a:t>
            </a:r>
            <a:r>
              <a:rPr b="1" i="0" lang="en-US" sz="28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is a syntax error.</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3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915" name="Google Shape;915;p136"/>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7.9</a:t>
            </a:r>
            <a:endParaRPr/>
          </a:p>
        </p:txBody>
      </p:sp>
      <p:sp>
        <p:nvSpPr>
          <p:cNvPr id="916" name="Google Shape;916;p136"/>
          <p:cNvSpPr txBox="1"/>
          <p:nvPr>
            <p:ph idx="1" type="body"/>
          </p:nvPr>
        </p:nvSpPr>
        <p:spPr>
          <a:xfrm>
            <a:off x="1141412" y="2055812"/>
            <a:ext cx="7834312" cy="47625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Dereferencing a </a:t>
            </a:r>
            <a:r>
              <a:rPr b="1" i="0" lang="en-US" sz="2800" u="none">
                <a:solidFill>
                  <a:srgbClr val="000000"/>
                </a:solidFill>
                <a:latin typeface="Droid Sans Mono"/>
                <a:ea typeface="Droid Sans Mono"/>
                <a:cs typeface="Droid Sans Mono"/>
                <a:sym typeface="Droid Sans Mono"/>
              </a:rPr>
              <a:t>void</a:t>
            </a:r>
            <a:r>
              <a:rPr b="1" i="0" lang="en-US" sz="2800" u="none">
                <a:solidFill>
                  <a:srgbClr val="000000"/>
                </a:solidFill>
                <a:latin typeface="Times New Roman"/>
                <a:ea typeface="Times New Roman"/>
                <a:cs typeface="Times New Roman"/>
                <a:sym typeface="Times New Roman"/>
              </a:rPr>
              <a:t> </a:t>
            </a:r>
            <a:r>
              <a:rPr b="1" i="0" lang="en-US" sz="28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pointer is a syntax error.</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3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923" name="Google Shape;923;p13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7.9 Relationship Between Pointers and Arrays</a:t>
            </a:r>
            <a:endParaRPr/>
          </a:p>
        </p:txBody>
      </p:sp>
      <p:sp>
        <p:nvSpPr>
          <p:cNvPr id="924" name="Google Shape;924;p137"/>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Arrays and pointers closely related</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Array name like a constant pointer</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Pointers can do array subscripting operations</a:t>
            </a:r>
            <a:endParaRPr/>
          </a:p>
          <a:p>
            <a:pPr indent="-228600" lvl="0" marL="228600" rtl="0" algn="l">
              <a:lnSpc>
                <a:spcPct val="100000"/>
              </a:lnSpc>
              <a:spcBef>
                <a:spcPts val="55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Define an array </a:t>
            </a:r>
            <a:r>
              <a:rPr b="1" i="0" lang="en-US" sz="2600" u="none">
                <a:solidFill>
                  <a:srgbClr val="000000"/>
                </a:solidFill>
                <a:latin typeface="Droid Sans Mono"/>
                <a:ea typeface="Droid Sans Mono"/>
                <a:cs typeface="Droid Sans Mono"/>
                <a:sym typeface="Droid Sans Mono"/>
              </a:rPr>
              <a:t>b[</a:t>
            </a:r>
            <a:r>
              <a:rPr b="1" i="0" lang="en-US" sz="2600" u="none">
                <a:solidFill>
                  <a:srgbClr val="000000"/>
                </a:solidFill>
                <a:latin typeface="Times New Roman"/>
                <a:ea typeface="Times New Roman"/>
                <a:cs typeface="Times New Roman"/>
                <a:sym typeface="Times New Roman"/>
              </a:rPr>
              <a:t> </a:t>
            </a:r>
            <a:r>
              <a:rPr b="1" i="0" lang="en-US" sz="2600" u="none">
                <a:solidFill>
                  <a:srgbClr val="000000"/>
                </a:solidFill>
                <a:latin typeface="Droid Sans Mono"/>
                <a:ea typeface="Droid Sans Mono"/>
                <a:cs typeface="Droid Sans Mono"/>
                <a:sym typeface="Droid Sans Mono"/>
              </a:rPr>
              <a:t>5</a:t>
            </a:r>
            <a:r>
              <a:rPr b="1" i="0" lang="en-US" sz="2600" u="none">
                <a:solidFill>
                  <a:srgbClr val="000000"/>
                </a:solidFill>
                <a:latin typeface="Times New Roman"/>
                <a:ea typeface="Times New Roman"/>
                <a:cs typeface="Times New Roman"/>
                <a:sym typeface="Times New Roman"/>
              </a:rPr>
              <a:t> </a:t>
            </a:r>
            <a:r>
              <a:rPr b="1" i="0" lang="en-US" sz="2600" u="none">
                <a:solidFill>
                  <a:srgbClr val="000000"/>
                </a:solidFill>
                <a:latin typeface="Droid Sans Mono"/>
                <a:ea typeface="Droid Sans Mono"/>
                <a:cs typeface="Droid Sans Mono"/>
                <a:sym typeface="Droid Sans Mono"/>
              </a:rPr>
              <a:t>]</a:t>
            </a:r>
            <a:r>
              <a:rPr b="1" i="0" lang="en-US" sz="2800" u="none">
                <a:solidFill>
                  <a:srgbClr val="000000"/>
                </a:solidFill>
                <a:latin typeface="Times New Roman"/>
                <a:ea typeface="Times New Roman"/>
                <a:cs typeface="Times New Roman"/>
                <a:sym typeface="Times New Roman"/>
              </a:rPr>
              <a:t> and a pointer </a:t>
            </a:r>
            <a:r>
              <a:rPr b="1" i="0" lang="en-US" sz="2600" u="none">
                <a:solidFill>
                  <a:srgbClr val="000000"/>
                </a:solidFill>
                <a:latin typeface="Droid Sans Mono"/>
                <a:ea typeface="Droid Sans Mono"/>
                <a:cs typeface="Droid Sans Mono"/>
                <a:sym typeface="Droid Sans Mono"/>
              </a:rPr>
              <a:t>bPtr</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To set them equal to one another use:</a:t>
            </a:r>
            <a:endParaRPr/>
          </a:p>
          <a:p>
            <a:pPr indent="-290511" lvl="3" marL="1662111"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bPtr = b;</a:t>
            </a:r>
            <a:r>
              <a:rPr b="0" i="0" lang="en-US" sz="2000" u="none">
                <a:solidFill>
                  <a:schemeClr val="dk1"/>
                </a:solidFill>
                <a:latin typeface="Courier New"/>
                <a:ea typeface="Courier New"/>
                <a:cs typeface="Courier New"/>
                <a:sym typeface="Courier New"/>
              </a:rPr>
              <a:t> </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The array name (</a:t>
            </a:r>
            <a:r>
              <a:rPr b="1" i="0" lang="en-US" sz="1800" u="none">
                <a:solidFill>
                  <a:schemeClr val="dk1"/>
                </a:solidFill>
                <a:latin typeface="Droid Sans Mono"/>
                <a:ea typeface="Droid Sans Mono"/>
                <a:cs typeface="Droid Sans Mono"/>
                <a:sym typeface="Droid Sans Mono"/>
              </a:rPr>
              <a:t>b</a:t>
            </a:r>
            <a:r>
              <a:rPr b="1" i="0" lang="en-US" sz="2000" u="none">
                <a:solidFill>
                  <a:schemeClr val="dk1"/>
                </a:solidFill>
                <a:latin typeface="Times New Roman"/>
                <a:ea typeface="Times New Roman"/>
                <a:cs typeface="Times New Roman"/>
                <a:sym typeface="Times New Roman"/>
              </a:rPr>
              <a:t>) is actually the address of first element of the array </a:t>
            </a:r>
            <a:r>
              <a:rPr b="1" i="0" lang="en-US" sz="1800" u="none">
                <a:solidFill>
                  <a:schemeClr val="dk1"/>
                </a:solidFill>
                <a:latin typeface="Droid Sans Mono"/>
                <a:ea typeface="Droid Sans Mono"/>
                <a:cs typeface="Droid Sans Mono"/>
                <a:sym typeface="Droid Sans Mono"/>
              </a:rPr>
              <a:t>b[ 5 ]</a:t>
            </a:r>
            <a:endParaRPr/>
          </a:p>
          <a:p>
            <a:pPr indent="-290511" lvl="3" marL="1662111" rtl="0" algn="l">
              <a:lnSpc>
                <a:spcPct val="100000"/>
              </a:lnSpc>
              <a:spcBef>
                <a:spcPts val="500"/>
              </a:spcBef>
              <a:spcAft>
                <a:spcPts val="0"/>
              </a:spcAft>
              <a:buSzPts val="1800"/>
              <a:buNone/>
            </a:pPr>
            <a:r>
              <a:rPr b="1" i="0" lang="en-US" sz="1800" u="none">
                <a:solidFill>
                  <a:schemeClr val="dk1"/>
                </a:solidFill>
                <a:latin typeface="Droid Sans Mono"/>
                <a:ea typeface="Droid Sans Mono"/>
                <a:cs typeface="Droid Sans Mono"/>
                <a:sym typeface="Droid Sans Mono"/>
              </a:rPr>
              <a:t>bPtr = &amp;b[ 0 ]</a:t>
            </a:r>
            <a:r>
              <a:rPr b="0" i="0" lang="en-US" sz="2000" u="none">
                <a:solidFill>
                  <a:schemeClr val="dk1"/>
                </a:solidFill>
                <a:latin typeface="Courier New"/>
                <a:ea typeface="Courier New"/>
                <a:cs typeface="Courier New"/>
                <a:sym typeface="Courier New"/>
              </a:rPr>
              <a:t>  </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Explicitly assigns </a:t>
            </a:r>
            <a:r>
              <a:rPr b="1" i="0" lang="en-US" sz="1800" u="none">
                <a:solidFill>
                  <a:schemeClr val="dk1"/>
                </a:solidFill>
                <a:latin typeface="Droid Sans Mono"/>
                <a:ea typeface="Droid Sans Mono"/>
                <a:cs typeface="Droid Sans Mono"/>
                <a:sym typeface="Droid Sans Mono"/>
              </a:rPr>
              <a:t>bPtr</a:t>
            </a:r>
            <a:r>
              <a:rPr b="1" i="0" lang="en-US" sz="2000" u="none">
                <a:solidFill>
                  <a:schemeClr val="dk1"/>
                </a:solidFill>
                <a:latin typeface="Times New Roman"/>
                <a:ea typeface="Times New Roman"/>
                <a:cs typeface="Times New Roman"/>
                <a:sym typeface="Times New Roman"/>
              </a:rPr>
              <a:t> to address of first element of </a:t>
            </a:r>
            <a:r>
              <a:rPr b="1" i="0" lang="en-US" sz="1800" u="none">
                <a:solidFill>
                  <a:schemeClr val="dk1"/>
                </a:solidFill>
                <a:latin typeface="Droid Sans Mono"/>
                <a:ea typeface="Droid Sans Mono"/>
                <a:cs typeface="Droid Sans Mono"/>
                <a:sym typeface="Droid Sans Mono"/>
              </a:rPr>
              <a:t>b</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3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931" name="Google Shape;931;p13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7.9 Relationship Between Pointers and Arrays</a:t>
            </a:r>
            <a:endParaRPr/>
          </a:p>
        </p:txBody>
      </p:sp>
      <p:sp>
        <p:nvSpPr>
          <p:cNvPr id="932" name="Google Shape;932;p138"/>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90512" lvl="1" marL="747712" rtl="0" algn="l">
              <a:lnSpc>
                <a:spcPct val="100000"/>
              </a:lnSpc>
              <a:spcBef>
                <a:spcPts val="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Element </a:t>
            </a:r>
            <a:r>
              <a:rPr b="1" i="0" lang="en-US" sz="2000" u="none">
                <a:solidFill>
                  <a:srgbClr val="000000"/>
                </a:solidFill>
                <a:latin typeface="Droid Sans Mono"/>
                <a:ea typeface="Droid Sans Mono"/>
                <a:cs typeface="Droid Sans Mono"/>
                <a:sym typeface="Droid Sans Mono"/>
              </a:rPr>
              <a:t>b[ 3 ]</a:t>
            </a:r>
            <a:r>
              <a:rPr b="0" i="0" lang="en-US" sz="2200" u="none">
                <a:solidFill>
                  <a:srgbClr val="000000"/>
                </a:solidFill>
                <a:latin typeface="Courier New"/>
                <a:ea typeface="Courier New"/>
                <a:cs typeface="Courier New"/>
                <a:sym typeface="Courier New"/>
              </a:rPr>
              <a:t> </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Can be accessed by </a:t>
            </a:r>
            <a:r>
              <a:rPr b="1" i="0" lang="en-US" sz="1800" u="none">
                <a:solidFill>
                  <a:schemeClr val="dk1"/>
                </a:solidFill>
                <a:latin typeface="Droid Sans Mono"/>
                <a:ea typeface="Droid Sans Mono"/>
                <a:cs typeface="Droid Sans Mono"/>
                <a:sym typeface="Droid Sans Mono"/>
              </a:rPr>
              <a:t>*( bPtr + 3 )</a:t>
            </a:r>
            <a:endParaRPr/>
          </a:p>
          <a:p>
            <a:pPr indent="-290511" lvl="3" marL="1662111" rtl="0" algn="l">
              <a:lnSpc>
                <a:spcPct val="100000"/>
              </a:lnSpc>
              <a:spcBef>
                <a:spcPts val="500"/>
              </a:spcBef>
              <a:spcAft>
                <a:spcPts val="0"/>
              </a:spcAft>
              <a:buSzPts val="2000"/>
              <a:buNone/>
            </a:pPr>
            <a:r>
              <a:rPr b="1" i="0" lang="en-US" sz="2000" u="none">
                <a:solidFill>
                  <a:schemeClr val="dk1"/>
                </a:solidFill>
                <a:latin typeface="Times New Roman"/>
                <a:ea typeface="Times New Roman"/>
                <a:cs typeface="Times New Roman"/>
                <a:sym typeface="Times New Roman"/>
              </a:rPr>
              <a:t>Where </a:t>
            </a:r>
            <a:r>
              <a:rPr b="1" i="0" lang="en-US" sz="1800" u="none">
                <a:solidFill>
                  <a:schemeClr val="dk1"/>
                </a:solidFill>
                <a:latin typeface="Droid Sans Mono"/>
                <a:ea typeface="Droid Sans Mono"/>
                <a:cs typeface="Droid Sans Mono"/>
                <a:sym typeface="Droid Sans Mono"/>
              </a:rPr>
              <a:t>3</a:t>
            </a:r>
            <a:r>
              <a:rPr b="1" i="0" lang="en-US" sz="2000" u="none">
                <a:solidFill>
                  <a:schemeClr val="dk1"/>
                </a:solidFill>
                <a:latin typeface="Times New Roman"/>
                <a:ea typeface="Times New Roman"/>
                <a:cs typeface="Times New Roman"/>
                <a:sym typeface="Times New Roman"/>
              </a:rPr>
              <a:t> is called the offset. Called pointer/offset notation</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Can be accessed by </a:t>
            </a:r>
            <a:r>
              <a:rPr b="1" i="0" lang="en-US" sz="1800" u="none">
                <a:solidFill>
                  <a:schemeClr val="dk1"/>
                </a:solidFill>
                <a:latin typeface="Droid Sans Mono"/>
                <a:ea typeface="Droid Sans Mono"/>
                <a:cs typeface="Droid Sans Mono"/>
                <a:sym typeface="Droid Sans Mono"/>
              </a:rPr>
              <a:t>bptr[ 3 ]</a:t>
            </a:r>
            <a:endParaRPr/>
          </a:p>
          <a:p>
            <a:pPr indent="-290511" lvl="3" marL="1662111" rtl="0" algn="l">
              <a:lnSpc>
                <a:spcPct val="100000"/>
              </a:lnSpc>
              <a:spcBef>
                <a:spcPts val="500"/>
              </a:spcBef>
              <a:spcAft>
                <a:spcPts val="0"/>
              </a:spcAft>
              <a:buSzPts val="2000"/>
              <a:buNone/>
            </a:pPr>
            <a:r>
              <a:rPr b="1" i="0" lang="en-US" sz="2000" u="none">
                <a:solidFill>
                  <a:schemeClr val="dk1"/>
                </a:solidFill>
                <a:latin typeface="Times New Roman"/>
                <a:ea typeface="Times New Roman"/>
                <a:cs typeface="Times New Roman"/>
                <a:sym typeface="Times New Roman"/>
              </a:rPr>
              <a:t>Called pointer/subscript notation</a:t>
            </a:r>
            <a:endParaRPr/>
          </a:p>
          <a:p>
            <a:pPr indent="-290511" lvl="3" marL="1662111" rtl="0" algn="l">
              <a:lnSpc>
                <a:spcPct val="100000"/>
              </a:lnSpc>
              <a:spcBef>
                <a:spcPts val="500"/>
              </a:spcBef>
              <a:spcAft>
                <a:spcPts val="0"/>
              </a:spcAft>
              <a:buSzPts val="1800"/>
              <a:buNone/>
            </a:pPr>
            <a:r>
              <a:rPr b="1" i="0" lang="en-US" sz="1800" u="none">
                <a:solidFill>
                  <a:schemeClr val="dk1"/>
                </a:solidFill>
                <a:latin typeface="Droid Sans Mono"/>
                <a:ea typeface="Droid Sans Mono"/>
                <a:cs typeface="Droid Sans Mono"/>
                <a:sym typeface="Droid Sans Mono"/>
              </a:rPr>
              <a:t>bPtr[ 3 ]</a:t>
            </a:r>
            <a:r>
              <a:rPr b="1" i="0" lang="en-US" sz="2000" u="none">
                <a:solidFill>
                  <a:schemeClr val="dk1"/>
                </a:solidFill>
                <a:latin typeface="Times New Roman"/>
                <a:ea typeface="Times New Roman"/>
                <a:cs typeface="Times New Roman"/>
                <a:sym typeface="Times New Roman"/>
              </a:rPr>
              <a:t> same as </a:t>
            </a:r>
            <a:r>
              <a:rPr b="1" i="0" lang="en-US" sz="1800" u="none">
                <a:solidFill>
                  <a:schemeClr val="dk1"/>
                </a:solidFill>
                <a:latin typeface="Droid Sans Mono"/>
                <a:ea typeface="Droid Sans Mono"/>
                <a:cs typeface="Droid Sans Mono"/>
                <a:sym typeface="Droid Sans Mono"/>
              </a:rPr>
              <a:t>b[ 3 ]</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Can be accessed by performing pointer arithmetic on the array itself</a:t>
            </a:r>
            <a:endParaRPr/>
          </a:p>
          <a:p>
            <a:pPr indent="-290511" lvl="3" marL="1662111" rtl="0" algn="l">
              <a:lnSpc>
                <a:spcPct val="100000"/>
              </a:lnSpc>
              <a:spcBef>
                <a:spcPts val="500"/>
              </a:spcBef>
              <a:spcAft>
                <a:spcPts val="0"/>
              </a:spcAft>
              <a:buSzPts val="1800"/>
              <a:buNone/>
            </a:pPr>
            <a:r>
              <a:rPr b="1" i="0" lang="en-US" sz="1800" u="none">
                <a:solidFill>
                  <a:schemeClr val="dk1"/>
                </a:solidFill>
                <a:latin typeface="Droid Sans Mono"/>
                <a:ea typeface="Droid Sans Mono"/>
                <a:cs typeface="Droid Sans Mono"/>
                <a:sym typeface="Droid Sans Mono"/>
              </a:rPr>
              <a:t>*( b + 3 )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3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939" name="Google Shape;939;p139"/>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Common Programming Error 7.10</a:t>
            </a:r>
            <a:endParaRPr/>
          </a:p>
        </p:txBody>
      </p:sp>
      <p:sp>
        <p:nvSpPr>
          <p:cNvPr id="940" name="Google Shape;940;p139"/>
          <p:cNvSpPr txBox="1"/>
          <p:nvPr>
            <p:ph idx="1" type="body"/>
          </p:nvPr>
        </p:nvSpPr>
        <p:spPr>
          <a:xfrm>
            <a:off x="1141412" y="2055812"/>
            <a:ext cx="6630987" cy="9048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Attempting to modify an array name with pointer arithmetic is a syntax error.</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4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947" name="Google Shape;947;p140"/>
          <p:cNvPicPr preferRelativeResize="0"/>
          <p:nvPr/>
        </p:nvPicPr>
        <p:blipFill rotWithShape="1">
          <a:blip r:embed="rId3">
            <a:alphaModFix/>
          </a:blip>
          <a:srcRect b="0" l="0" r="0" t="0"/>
          <a:stretch/>
        </p:blipFill>
        <p:spPr>
          <a:xfrm>
            <a:off x="0" y="0"/>
            <a:ext cx="7061200" cy="6270625"/>
          </a:xfrm>
          <a:prstGeom prst="rect">
            <a:avLst/>
          </a:prstGeom>
          <a:noFill/>
          <a:ln>
            <a:noFill/>
          </a:ln>
        </p:spPr>
      </p:pic>
      <p:sp>
        <p:nvSpPr>
          <p:cNvPr id="948" name="Google Shape;948;p140"/>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949" name="Google Shape;949;p140"/>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fig07_20.c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3 )</a:t>
            </a:r>
            <a:endParaRPr/>
          </a:p>
        </p:txBody>
      </p:sp>
      <p:sp>
        <p:nvSpPr>
          <p:cNvPr id="950" name="Google Shape;950;p140"/>
          <p:cNvSpPr txBox="1"/>
          <p:nvPr/>
        </p:nvSpPr>
        <p:spPr>
          <a:xfrm>
            <a:off x="3733800" y="2971800"/>
            <a:ext cx="2286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Array subscript notation</a:t>
            </a:r>
            <a:endParaRPr/>
          </a:p>
        </p:txBody>
      </p:sp>
      <p:cxnSp>
        <p:nvCxnSpPr>
          <p:cNvPr id="951" name="Google Shape;951;p140"/>
          <p:cNvCxnSpPr/>
          <p:nvPr/>
        </p:nvCxnSpPr>
        <p:spPr>
          <a:xfrm flipH="1">
            <a:off x="3505200" y="3124200"/>
            <a:ext cx="228600" cy="381000"/>
          </a:xfrm>
          <a:prstGeom prst="straightConnector1">
            <a:avLst/>
          </a:prstGeom>
          <a:noFill/>
          <a:ln cap="flat" cmpd="sng" w="9525">
            <a:solidFill>
              <a:schemeClr val="dk1"/>
            </a:solidFill>
            <a:prstDash val="solid"/>
            <a:miter lim="800000"/>
            <a:headEnd len="med" w="med" type="none"/>
            <a:tailEnd len="med" w="med" type="triangle"/>
          </a:ln>
        </p:spPr>
      </p:cxnSp>
      <p:sp>
        <p:nvSpPr>
          <p:cNvPr id="952" name="Google Shape;952;p140"/>
          <p:cNvSpPr txBox="1"/>
          <p:nvPr/>
        </p:nvSpPr>
        <p:spPr>
          <a:xfrm>
            <a:off x="4648200" y="4800600"/>
            <a:ext cx="20574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Pointer/offset notation</a:t>
            </a:r>
            <a:endParaRPr/>
          </a:p>
        </p:txBody>
      </p:sp>
      <p:cxnSp>
        <p:nvCxnSpPr>
          <p:cNvPr id="953" name="Google Shape;953;p140"/>
          <p:cNvCxnSpPr/>
          <p:nvPr/>
        </p:nvCxnSpPr>
        <p:spPr>
          <a:xfrm flipH="1">
            <a:off x="4495800" y="4953000"/>
            <a:ext cx="152400" cy="4572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4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960" name="Google Shape;960;p141"/>
          <p:cNvPicPr preferRelativeResize="0"/>
          <p:nvPr/>
        </p:nvPicPr>
        <p:blipFill rotWithShape="1">
          <a:blip r:embed="rId3">
            <a:alphaModFix/>
          </a:blip>
          <a:srcRect b="0" l="0" r="0" t="0"/>
          <a:stretch/>
        </p:blipFill>
        <p:spPr>
          <a:xfrm>
            <a:off x="0" y="0"/>
            <a:ext cx="7061200" cy="5754687"/>
          </a:xfrm>
          <a:prstGeom prst="rect">
            <a:avLst/>
          </a:prstGeom>
          <a:noFill/>
          <a:ln>
            <a:noFill/>
          </a:ln>
        </p:spPr>
      </p:pic>
      <p:sp>
        <p:nvSpPr>
          <p:cNvPr id="961" name="Google Shape;961;p141"/>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962" name="Google Shape;962;p141"/>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fig07_20.c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3 )</a:t>
            </a:r>
            <a:endParaRPr/>
          </a:p>
        </p:txBody>
      </p:sp>
      <p:sp>
        <p:nvSpPr>
          <p:cNvPr id="963" name="Google Shape;963;p141"/>
          <p:cNvSpPr txBox="1"/>
          <p:nvPr/>
        </p:nvSpPr>
        <p:spPr>
          <a:xfrm>
            <a:off x="3886200" y="457200"/>
            <a:ext cx="23622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 subscript notation</a:t>
            </a:r>
            <a:endParaRPr/>
          </a:p>
        </p:txBody>
      </p:sp>
      <p:cxnSp>
        <p:nvCxnSpPr>
          <p:cNvPr id="964" name="Google Shape;964;p141"/>
          <p:cNvCxnSpPr/>
          <p:nvPr/>
        </p:nvCxnSpPr>
        <p:spPr>
          <a:xfrm flipH="1">
            <a:off x="3733800" y="609600"/>
            <a:ext cx="152400" cy="457200"/>
          </a:xfrm>
          <a:prstGeom prst="straightConnector1">
            <a:avLst/>
          </a:prstGeom>
          <a:noFill/>
          <a:ln cap="flat" cmpd="sng" w="9525">
            <a:solidFill>
              <a:schemeClr val="dk1"/>
            </a:solidFill>
            <a:prstDash val="solid"/>
            <a:miter lim="800000"/>
            <a:headEnd len="med" w="med" type="none"/>
            <a:tailEnd len="med" w="med" type="triangle"/>
          </a:ln>
        </p:spPr>
      </p:cxnSp>
      <p:sp>
        <p:nvSpPr>
          <p:cNvPr id="965" name="Google Shape;965;p141"/>
          <p:cNvSpPr txBox="1"/>
          <p:nvPr/>
        </p:nvSpPr>
        <p:spPr>
          <a:xfrm>
            <a:off x="5486400" y="1981200"/>
            <a:ext cx="20574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Pointer offset notation</a:t>
            </a:r>
            <a:endParaRPr/>
          </a:p>
        </p:txBody>
      </p:sp>
      <p:cxnSp>
        <p:nvCxnSpPr>
          <p:cNvPr id="966" name="Google Shape;966;p141"/>
          <p:cNvCxnSpPr/>
          <p:nvPr/>
        </p:nvCxnSpPr>
        <p:spPr>
          <a:xfrm flipH="1">
            <a:off x="5105400" y="2133600"/>
            <a:ext cx="381000" cy="6096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4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973" name="Google Shape;973;p142"/>
          <p:cNvPicPr preferRelativeResize="0"/>
          <p:nvPr/>
        </p:nvPicPr>
        <p:blipFill rotWithShape="1">
          <a:blip r:embed="rId3">
            <a:alphaModFix/>
          </a:blip>
          <a:srcRect b="0" l="0" r="0" t="0"/>
          <a:stretch/>
        </p:blipFill>
        <p:spPr>
          <a:xfrm>
            <a:off x="0" y="0"/>
            <a:ext cx="7051675" cy="4241800"/>
          </a:xfrm>
          <a:prstGeom prst="rect">
            <a:avLst/>
          </a:prstGeom>
          <a:noFill/>
          <a:ln>
            <a:noFill/>
          </a:ln>
        </p:spPr>
      </p:pic>
      <p:sp>
        <p:nvSpPr>
          <p:cNvPr id="974" name="Google Shape;974;p142"/>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975" name="Google Shape;975;p142"/>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fig07_20.c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(3 of 3 )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4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982" name="Google Shape;982;p143"/>
          <p:cNvPicPr preferRelativeResize="0"/>
          <p:nvPr/>
        </p:nvPicPr>
        <p:blipFill rotWithShape="1">
          <a:blip r:embed="rId3">
            <a:alphaModFix/>
          </a:blip>
          <a:srcRect b="0" l="0" r="0" t="0"/>
          <a:stretch/>
        </p:blipFill>
        <p:spPr>
          <a:xfrm>
            <a:off x="0" y="0"/>
            <a:ext cx="7061200" cy="5219700"/>
          </a:xfrm>
          <a:prstGeom prst="rect">
            <a:avLst/>
          </a:prstGeom>
          <a:noFill/>
          <a:ln>
            <a:noFill/>
          </a:ln>
        </p:spPr>
      </p:pic>
      <p:sp>
        <p:nvSpPr>
          <p:cNvPr id="983" name="Google Shape;983;p14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984" name="Google Shape;984;p143"/>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fig07_21.c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2 )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4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991" name="Google Shape;991;p144"/>
          <p:cNvPicPr preferRelativeResize="0"/>
          <p:nvPr/>
        </p:nvPicPr>
        <p:blipFill rotWithShape="1">
          <a:blip r:embed="rId3">
            <a:alphaModFix/>
          </a:blip>
          <a:srcRect b="0" l="0" r="0" t="0"/>
          <a:stretch/>
        </p:blipFill>
        <p:spPr>
          <a:xfrm>
            <a:off x="0" y="0"/>
            <a:ext cx="7061200" cy="5308600"/>
          </a:xfrm>
          <a:prstGeom prst="rect">
            <a:avLst/>
          </a:prstGeom>
          <a:noFill/>
          <a:ln>
            <a:noFill/>
          </a:ln>
        </p:spPr>
      </p:pic>
      <p:sp>
        <p:nvSpPr>
          <p:cNvPr id="992" name="Google Shape;992;p14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993" name="Google Shape;993;p144"/>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fig07_21.c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2 )</a:t>
            </a:r>
            <a:endParaRPr/>
          </a:p>
        </p:txBody>
      </p:sp>
      <p:sp>
        <p:nvSpPr>
          <p:cNvPr id="994" name="Google Shape;994;p144"/>
          <p:cNvSpPr txBox="1"/>
          <p:nvPr/>
        </p:nvSpPr>
        <p:spPr>
          <a:xfrm>
            <a:off x="4343400" y="2590800"/>
            <a:ext cx="2667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Condition of </a:t>
            </a:r>
            <a:r>
              <a:rPr b="1" i="0" lang="en-US" sz="1600" u="none">
                <a:solidFill>
                  <a:schemeClr val="dk1"/>
                </a:solidFill>
                <a:latin typeface="Courier New"/>
                <a:ea typeface="Courier New"/>
                <a:cs typeface="Courier New"/>
                <a:sym typeface="Courier New"/>
              </a:rPr>
              <a:t>for</a:t>
            </a:r>
            <a:r>
              <a:rPr b="0" i="0" lang="en-US" sz="1600" u="none">
                <a:solidFill>
                  <a:schemeClr val="dk1"/>
                </a:solidFill>
                <a:latin typeface="Times New Roman"/>
                <a:ea typeface="Times New Roman"/>
                <a:cs typeface="Times New Roman"/>
                <a:sym typeface="Times New Roman"/>
              </a:rPr>
              <a:t> loop actually performs an action</a:t>
            </a:r>
            <a:endParaRPr/>
          </a:p>
        </p:txBody>
      </p:sp>
      <p:cxnSp>
        <p:nvCxnSpPr>
          <p:cNvPr id="995" name="Google Shape;995;p144"/>
          <p:cNvCxnSpPr/>
          <p:nvPr/>
        </p:nvCxnSpPr>
        <p:spPr>
          <a:xfrm rot="10800000">
            <a:off x="3048000" y="1447800"/>
            <a:ext cx="1295400" cy="1143000"/>
          </a:xfrm>
          <a:prstGeom prst="straightConnector1">
            <a:avLst/>
          </a:prstGeom>
          <a:noFill/>
          <a:ln cap="flat" cmpd="sng" w="9525">
            <a:solidFill>
              <a:schemeClr val="dk1"/>
            </a:solidFill>
            <a:prstDash val="solid"/>
            <a:miter lim="800000"/>
            <a:headEnd len="med" w="med" type="none"/>
            <a:tailEnd len="med" w="med" type="triangle"/>
          </a:ln>
        </p:spPr>
      </p:cxnSp>
      <p:cxnSp>
        <p:nvCxnSpPr>
          <p:cNvPr id="996" name="Google Shape;996;p144"/>
          <p:cNvCxnSpPr/>
          <p:nvPr/>
        </p:nvCxnSpPr>
        <p:spPr>
          <a:xfrm flipH="1">
            <a:off x="2133600" y="3048000"/>
            <a:ext cx="2209800" cy="3048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4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03" name="Google Shape;1003;p14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7.10 Arrays of Pointers</a:t>
            </a:r>
            <a:endParaRPr/>
          </a:p>
        </p:txBody>
      </p:sp>
      <p:sp>
        <p:nvSpPr>
          <p:cNvPr id="1004" name="Google Shape;1004;p145"/>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Arrays can contain pointers</a:t>
            </a:r>
            <a:endParaRPr/>
          </a:p>
          <a:p>
            <a:pPr indent="-228600" lvl="0" marL="228600" rtl="0" algn="l">
              <a:lnSpc>
                <a:spcPct val="100000"/>
              </a:lnSpc>
              <a:spcBef>
                <a:spcPts val="70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For example: an array of strings</a:t>
            </a:r>
            <a:endParaRPr/>
          </a:p>
          <a:p>
            <a:pPr indent="-228600" lvl="2" marL="1143000" rtl="0" algn="l">
              <a:lnSpc>
                <a:spcPct val="100000"/>
              </a:lnSpc>
              <a:spcBef>
                <a:spcPts val="700"/>
              </a:spcBef>
              <a:spcAft>
                <a:spcPts val="0"/>
              </a:spcAft>
              <a:buSzPts val="1800"/>
              <a:buNone/>
            </a:pPr>
            <a:r>
              <a:rPr b="1" i="0" lang="en-US" sz="1800" u="none">
                <a:solidFill>
                  <a:schemeClr val="dk1"/>
                </a:solidFill>
                <a:latin typeface="Droid Sans Mono"/>
                <a:ea typeface="Droid Sans Mono"/>
                <a:cs typeface="Droid Sans Mono"/>
                <a:sym typeface="Droid Sans Mono"/>
              </a:rPr>
              <a:t>char *suit[ 4 ] = { "Hearts", "Diamonds",</a:t>
            </a:r>
            <a:br>
              <a:rPr b="1" i="0" lang="en-US" sz="1800" u="none">
                <a:solidFill>
                  <a:schemeClr val="dk1"/>
                </a:solidFill>
                <a:latin typeface="Droid Sans Mono"/>
                <a:ea typeface="Droid Sans Mono"/>
                <a:cs typeface="Droid Sans Mono"/>
                <a:sym typeface="Droid Sans Mono"/>
              </a:rPr>
            </a:br>
            <a:r>
              <a:rPr b="1" i="0" lang="en-US" sz="1800" u="none">
                <a:solidFill>
                  <a:schemeClr val="dk1"/>
                </a:solidFill>
                <a:latin typeface="Droid Sans Mono"/>
                <a:ea typeface="Droid Sans Mono"/>
                <a:cs typeface="Droid Sans Mono"/>
                <a:sym typeface="Droid Sans Mono"/>
              </a:rPr>
              <a:t> "Clubs", "Spades" };</a:t>
            </a:r>
            <a:endParaRPr/>
          </a:p>
          <a:p>
            <a:pPr indent="-290512" lvl="1" marL="747712" rtl="0" algn="l">
              <a:lnSpc>
                <a:spcPct val="100000"/>
              </a:lnSpc>
              <a:spcBef>
                <a:spcPts val="4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Strings are pointers to the first character</a:t>
            </a:r>
            <a:endParaRPr/>
          </a:p>
          <a:p>
            <a:pPr indent="-290512" lvl="1" marL="747712" rtl="0" algn="l">
              <a:lnSpc>
                <a:spcPct val="100000"/>
              </a:lnSpc>
              <a:spcBef>
                <a:spcPts val="550"/>
              </a:spcBef>
              <a:spcAft>
                <a:spcPts val="0"/>
              </a:spcAft>
              <a:buClr>
                <a:srgbClr val="4F87C6"/>
              </a:buClr>
              <a:buSzPts val="2000"/>
              <a:buFont typeface="Arial"/>
              <a:buChar char="–"/>
            </a:pPr>
            <a:r>
              <a:rPr b="1" i="0" lang="en-US" sz="2000" u="none">
                <a:solidFill>
                  <a:srgbClr val="000000"/>
                </a:solidFill>
                <a:latin typeface="Droid Sans Mono"/>
                <a:ea typeface="Droid Sans Mono"/>
                <a:cs typeface="Droid Sans Mono"/>
                <a:sym typeface="Droid Sans Mono"/>
              </a:rPr>
              <a:t>char *</a:t>
            </a:r>
            <a:r>
              <a:rPr b="1" i="0" lang="en-US" sz="2200" u="none">
                <a:solidFill>
                  <a:srgbClr val="000000"/>
                </a:solidFill>
                <a:latin typeface="Times New Roman"/>
                <a:ea typeface="Times New Roman"/>
                <a:cs typeface="Times New Roman"/>
                <a:sym typeface="Times New Roman"/>
              </a:rPr>
              <a:t> – each element of </a:t>
            </a:r>
            <a:r>
              <a:rPr b="1" i="0" lang="en-US" sz="2000" u="none">
                <a:solidFill>
                  <a:srgbClr val="000000"/>
                </a:solidFill>
                <a:latin typeface="Droid Sans Mono"/>
                <a:ea typeface="Droid Sans Mono"/>
                <a:cs typeface="Droid Sans Mono"/>
                <a:sym typeface="Droid Sans Mono"/>
              </a:rPr>
              <a:t>suit</a:t>
            </a:r>
            <a:r>
              <a:rPr b="1" i="0" lang="en-US" sz="2200" u="none">
                <a:solidFill>
                  <a:srgbClr val="000000"/>
                </a:solidFill>
                <a:latin typeface="Times New Roman"/>
                <a:ea typeface="Times New Roman"/>
                <a:cs typeface="Times New Roman"/>
                <a:sym typeface="Times New Roman"/>
              </a:rPr>
              <a:t> is a pointer to a </a:t>
            </a:r>
            <a:r>
              <a:rPr b="1" i="0" lang="en-US" sz="2000" u="none">
                <a:solidFill>
                  <a:srgbClr val="000000"/>
                </a:solidFill>
                <a:latin typeface="Droid Sans Mono"/>
                <a:ea typeface="Droid Sans Mono"/>
                <a:cs typeface="Droid Sans Mono"/>
                <a:sym typeface="Droid Sans Mono"/>
              </a:rPr>
              <a:t>char</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The strings are not actually stored in the array </a:t>
            </a:r>
            <a:r>
              <a:rPr b="1" i="0" lang="en-US" sz="2000" u="none">
                <a:solidFill>
                  <a:srgbClr val="000000"/>
                </a:solidFill>
                <a:latin typeface="Droid Sans Mono"/>
                <a:ea typeface="Droid Sans Mono"/>
                <a:cs typeface="Droid Sans Mono"/>
                <a:sym typeface="Droid Sans Mono"/>
              </a:rPr>
              <a:t>suit</a:t>
            </a:r>
            <a:r>
              <a:rPr b="1" i="0" lang="en-US" sz="2200" u="none">
                <a:solidFill>
                  <a:srgbClr val="000000"/>
                </a:solidFill>
                <a:latin typeface="Times New Roman"/>
                <a:ea typeface="Times New Roman"/>
                <a:cs typeface="Times New Roman"/>
                <a:sym typeface="Times New Roman"/>
              </a:rPr>
              <a:t>, only pointers to the strings are stored</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4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11" name="Google Shape;1011;p146"/>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7.22</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Graphical representation of the </a:t>
            </a:r>
            <a:r>
              <a:rPr b="1" i="0" lang="en-US" sz="1600" u="none">
                <a:solidFill>
                  <a:srgbClr val="000000"/>
                </a:solidFill>
                <a:latin typeface="Droid Sans Mono"/>
                <a:ea typeface="Droid Sans Mono"/>
                <a:cs typeface="Droid Sans Mono"/>
                <a:sym typeface="Droid Sans Mono"/>
              </a:rPr>
              <a:t>suit</a:t>
            </a:r>
            <a:r>
              <a:rPr b="0" i="0" lang="en-US" sz="1600" u="none">
                <a:solidFill>
                  <a:srgbClr val="000000"/>
                </a:solidFill>
                <a:latin typeface="Arial"/>
                <a:ea typeface="Arial"/>
                <a:cs typeface="Arial"/>
                <a:sym typeface="Arial"/>
              </a:rPr>
              <a:t> array.  </a:t>
            </a:r>
            <a:endParaRPr/>
          </a:p>
        </p:txBody>
      </p:sp>
      <p:pic>
        <p:nvPicPr>
          <p:cNvPr descr="AAEMZIX0" id="1012" name="Google Shape;1012;p146"/>
          <p:cNvPicPr preferRelativeResize="0"/>
          <p:nvPr/>
        </p:nvPicPr>
        <p:blipFill rotWithShape="1">
          <a:blip r:embed="rId3">
            <a:alphaModFix/>
          </a:blip>
          <a:srcRect b="0" l="0" r="0" t="0"/>
          <a:stretch/>
        </p:blipFill>
        <p:spPr>
          <a:xfrm>
            <a:off x="754062" y="2333625"/>
            <a:ext cx="7605712" cy="21748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4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19" name="Google Shape;1019;p14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7.11 Case Study: Card Shuffling and Dealing Simulation</a:t>
            </a:r>
            <a:endParaRPr/>
          </a:p>
        </p:txBody>
      </p:sp>
      <p:sp>
        <p:nvSpPr>
          <p:cNvPr id="1020" name="Google Shape;1020;p147"/>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Card shuffling program</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Use array of pointers to strings</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Use double subscripted array (suit, face)</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The numbers 1-52 go into the array</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Representing the order in which the cards are dealt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4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27" name="Google Shape;1027;p148"/>
          <p:cNvSpPr txBox="1"/>
          <p:nvPr>
            <p:ph type="title"/>
          </p:nvPr>
        </p:nvSpPr>
        <p:spPr>
          <a:xfrm>
            <a:off x="912812" y="842962"/>
            <a:ext cx="7772400" cy="595312"/>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0"/>
              </a:spcBef>
              <a:spcAft>
                <a:spcPts val="0"/>
              </a:spcAft>
              <a:buClr>
                <a:srgbClr val="5AD9B3"/>
              </a:buClr>
              <a:buSzPts val="3600"/>
              <a:buFont typeface="Arial"/>
              <a:buNone/>
            </a:pPr>
            <a:r>
              <a:rPr b="1" i="0" lang="en-US" sz="3600" u="none">
                <a:solidFill>
                  <a:srgbClr val="5AD9B3"/>
                </a:solidFill>
                <a:latin typeface="Arial"/>
                <a:ea typeface="Arial"/>
                <a:cs typeface="Arial"/>
                <a:sym typeface="Arial"/>
              </a:rPr>
              <a:t>Performance Tip 7.3</a:t>
            </a:r>
            <a:endParaRPr/>
          </a:p>
        </p:txBody>
      </p:sp>
      <p:sp>
        <p:nvSpPr>
          <p:cNvPr id="1028" name="Google Shape;1028;p148"/>
          <p:cNvSpPr txBox="1"/>
          <p:nvPr>
            <p:ph idx="1" type="body"/>
          </p:nvPr>
        </p:nvSpPr>
        <p:spPr>
          <a:xfrm>
            <a:off x="1141412" y="2055812"/>
            <a:ext cx="7545387" cy="1717675"/>
          </a:xfrm>
          <a:prstGeom prst="rect">
            <a:avLst/>
          </a:prstGeom>
          <a:noFill/>
          <a:ln>
            <a:noFill/>
          </a:ln>
        </p:spPr>
        <p:txBody>
          <a:bodyPr anchorCtr="0" anchor="t" bIns="45700" lIns="91425" spcFirstLastPara="1" rIns="91425" wrap="square" tIns="45700">
            <a:spAutoFit/>
          </a:bodyPr>
          <a:lstStyle/>
          <a:p>
            <a:pPr indent="0" lvl="0" marL="0" rtl="0" algn="l">
              <a:lnSpc>
                <a:spcPct val="95000"/>
              </a:lnSpc>
              <a:spcBef>
                <a:spcPts val="0"/>
              </a:spcBef>
              <a:spcAft>
                <a:spcPts val="0"/>
              </a:spcAft>
              <a:buSzPts val="2800"/>
              <a:buFont typeface="Times New Roman"/>
              <a:buNone/>
            </a:pPr>
            <a:r>
              <a:rPr b="1" i="0" lang="en-US" sz="2800" u="none">
                <a:solidFill>
                  <a:srgbClr val="000000"/>
                </a:solidFill>
                <a:latin typeface="Times New Roman"/>
                <a:ea typeface="Times New Roman"/>
                <a:cs typeface="Times New Roman"/>
                <a:sym typeface="Times New Roman"/>
              </a:rPr>
              <a:t>Sometimes an algorithm that emerges in a “natural” way can contain subtle performance problems, such as indefinite postponement. Seek algorithms that avoid indefinite postponement.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4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35" name="Google Shape;1035;p149"/>
          <p:cNvSpPr txBox="1"/>
          <p:nvPr/>
        </p:nvSpPr>
        <p:spPr>
          <a:xfrm>
            <a:off x="227012" y="5638800"/>
            <a:ext cx="8683625" cy="277812"/>
          </a:xfrm>
          <a:prstGeom prst="rect">
            <a:avLst/>
          </a:prstGeom>
          <a:noFill/>
          <a:ln>
            <a:noFill/>
          </a:ln>
        </p:spPr>
        <p:txBody>
          <a:bodyPr anchorCtr="0" anchor="ctr" bIns="45700" lIns="91425" spcFirstLastPara="1" rIns="91425" wrap="square" tIns="0">
            <a:noAutofit/>
          </a:bodyPr>
          <a:lstStyle/>
          <a:p>
            <a:pPr indent="0" lvl="0" marL="0" marR="0" rtl="0" algn="ctr">
              <a:lnSpc>
                <a:spcPct val="95000"/>
              </a:lnSpc>
              <a:spcBef>
                <a:spcPts val="0"/>
              </a:spcBef>
              <a:spcAft>
                <a:spcPts val="0"/>
              </a:spcAft>
              <a:buClr>
                <a:srgbClr val="4D99FF"/>
              </a:buClr>
              <a:buSzPts val="1600"/>
              <a:buFont typeface="Arial"/>
              <a:buNone/>
            </a:pPr>
            <a:r>
              <a:rPr b="1" i="0" lang="en-US" sz="1600" u="none">
                <a:solidFill>
                  <a:srgbClr val="4D99FF"/>
                </a:solidFill>
                <a:latin typeface="Arial"/>
                <a:ea typeface="Arial"/>
                <a:cs typeface="Arial"/>
                <a:sym typeface="Arial"/>
              </a:rPr>
              <a:t>Fig. 7.23</a:t>
            </a:r>
            <a:r>
              <a:rPr b="0" i="0" lang="en-US" sz="1600" u="none">
                <a:solidFill>
                  <a:srgbClr val="000000"/>
                </a:solidFill>
                <a:latin typeface="Arial"/>
                <a:ea typeface="Arial"/>
                <a:cs typeface="Arial"/>
                <a:sym typeface="Arial"/>
              </a:rPr>
              <a:t> </a:t>
            </a:r>
            <a:r>
              <a:rPr b="1" i="0" lang="en-US" sz="1600" u="none">
                <a:solidFill>
                  <a:srgbClr val="000000"/>
                </a:solidFill>
                <a:latin typeface="Arial"/>
                <a:ea typeface="Arial"/>
                <a:cs typeface="Arial"/>
                <a:sym typeface="Arial"/>
              </a:rPr>
              <a:t>|</a:t>
            </a:r>
            <a:r>
              <a:rPr b="0" i="0" lang="en-US" sz="1600" u="none">
                <a:solidFill>
                  <a:srgbClr val="000000"/>
                </a:solidFill>
                <a:latin typeface="Arial"/>
                <a:ea typeface="Arial"/>
                <a:cs typeface="Arial"/>
                <a:sym typeface="Arial"/>
              </a:rPr>
              <a:t> Double-subscripted array representation of a deck of cards. </a:t>
            </a:r>
            <a:endParaRPr/>
          </a:p>
        </p:txBody>
      </p:sp>
      <p:pic>
        <p:nvPicPr>
          <p:cNvPr descr="AAEMZIY0" id="1036" name="Google Shape;1036;p149"/>
          <p:cNvPicPr preferRelativeResize="0"/>
          <p:nvPr/>
        </p:nvPicPr>
        <p:blipFill rotWithShape="1">
          <a:blip r:embed="rId3">
            <a:alphaModFix/>
          </a:blip>
          <a:srcRect b="0" l="0" r="0" t="0"/>
          <a:stretch/>
        </p:blipFill>
        <p:spPr>
          <a:xfrm>
            <a:off x="747712" y="1800225"/>
            <a:ext cx="7615237" cy="32289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5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43" name="Google Shape;1043;p15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7.11 Case Study: Card Shuffling and Dealing Simulation</a:t>
            </a:r>
            <a:endParaRPr/>
          </a:p>
        </p:txBody>
      </p:sp>
      <p:sp>
        <p:nvSpPr>
          <p:cNvPr id="1044" name="Google Shape;1044;p150"/>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Pseudocode</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Top level:</a:t>
            </a:r>
            <a:endParaRPr/>
          </a:p>
          <a:p>
            <a:pPr indent="-228600" lvl="2" marL="1143000" rtl="0" algn="l">
              <a:lnSpc>
                <a:spcPct val="100000"/>
              </a:lnSpc>
              <a:spcBef>
                <a:spcPts val="550"/>
              </a:spcBef>
              <a:spcAft>
                <a:spcPts val="0"/>
              </a:spcAft>
              <a:buSzPts val="2000"/>
              <a:buNone/>
            </a:pPr>
            <a:r>
              <a:rPr b="1" i="0" lang="en-US" sz="2000" u="none">
                <a:solidFill>
                  <a:schemeClr val="dk1"/>
                </a:solidFill>
                <a:latin typeface="Times New Roman"/>
                <a:ea typeface="Times New Roman"/>
                <a:cs typeface="Times New Roman"/>
                <a:sym typeface="Times New Roman"/>
              </a:rPr>
              <a:t> </a:t>
            </a:r>
            <a:r>
              <a:rPr b="1" i="1" lang="en-US" sz="2000" u="none">
                <a:solidFill>
                  <a:schemeClr val="accent2"/>
                </a:solidFill>
                <a:latin typeface="Times New Roman"/>
                <a:ea typeface="Times New Roman"/>
                <a:cs typeface="Times New Roman"/>
                <a:sym typeface="Times New Roman"/>
              </a:rPr>
              <a:t>Shuffle and deal 52 cards</a:t>
            </a:r>
            <a:endParaRPr/>
          </a:p>
          <a:p>
            <a:pPr indent="-290512" lvl="1" marL="747712" rtl="0" algn="l">
              <a:lnSpc>
                <a:spcPct val="100000"/>
              </a:lnSpc>
              <a:spcBef>
                <a:spcPts val="5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First refinement:</a:t>
            </a:r>
            <a:endParaRPr/>
          </a:p>
          <a:p>
            <a:pPr indent="-228600" lvl="2" marL="1143000" rtl="0" algn="l">
              <a:lnSpc>
                <a:spcPct val="100000"/>
              </a:lnSpc>
              <a:spcBef>
                <a:spcPts val="550"/>
              </a:spcBef>
              <a:spcAft>
                <a:spcPts val="0"/>
              </a:spcAft>
              <a:buSzPts val="2000"/>
              <a:buNone/>
            </a:pPr>
            <a:r>
              <a:rPr b="1" i="1" lang="en-US" sz="2000" u="none">
                <a:solidFill>
                  <a:schemeClr val="accent2"/>
                </a:solidFill>
                <a:latin typeface="Times New Roman"/>
                <a:ea typeface="Times New Roman"/>
                <a:cs typeface="Times New Roman"/>
                <a:sym typeface="Times New Roman"/>
              </a:rPr>
              <a:t>Initialize the suit array</a:t>
            </a:r>
            <a:endParaRPr/>
          </a:p>
          <a:p>
            <a:pPr indent="-228600" lvl="2" marL="1143000"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Initialize the face array</a:t>
            </a:r>
            <a:endParaRPr/>
          </a:p>
          <a:p>
            <a:pPr indent="-228600" lvl="2" marL="1143000"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Initialize the deck array</a:t>
            </a:r>
            <a:endParaRPr/>
          </a:p>
          <a:p>
            <a:pPr indent="-228600" lvl="2" marL="1143000"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Shuffle the deck</a:t>
            </a:r>
            <a:endParaRPr/>
          </a:p>
          <a:p>
            <a:pPr indent="-228600" lvl="2" marL="1143000"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Deal 52 cards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5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51" name="Google Shape;1051;p15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7.11 Case Study: Card Shuffling and Dealing Simulation</a:t>
            </a:r>
            <a:endParaRPr/>
          </a:p>
        </p:txBody>
      </p:sp>
      <p:sp>
        <p:nvSpPr>
          <p:cNvPr id="1052" name="Google Shape;1052;p151"/>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90512" lvl="1" marL="747712" rtl="0" algn="l">
              <a:lnSpc>
                <a:spcPct val="100000"/>
              </a:lnSpc>
              <a:spcBef>
                <a:spcPts val="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Second refinement</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Convert </a:t>
            </a:r>
            <a:r>
              <a:rPr b="1" i="1" lang="en-US" sz="2000" u="none">
                <a:solidFill>
                  <a:srgbClr val="FF3300"/>
                </a:solidFill>
                <a:latin typeface="Times New Roman"/>
                <a:ea typeface="Times New Roman"/>
                <a:cs typeface="Times New Roman"/>
                <a:sym typeface="Times New Roman"/>
              </a:rPr>
              <a:t>shuffle the deck</a:t>
            </a:r>
            <a:r>
              <a:rPr b="1" i="0" lang="en-US" sz="2000" u="none">
                <a:solidFill>
                  <a:schemeClr val="dk1"/>
                </a:solidFill>
                <a:latin typeface="Times New Roman"/>
                <a:ea typeface="Times New Roman"/>
                <a:cs typeface="Times New Roman"/>
                <a:sym typeface="Times New Roman"/>
              </a:rPr>
              <a:t> to</a:t>
            </a:r>
            <a:endParaRPr/>
          </a:p>
          <a:p>
            <a:pPr indent="-290511" lvl="3" marL="1662111"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For each of the 52 cards</a:t>
            </a:r>
            <a:br>
              <a:rPr b="1" i="1" lang="en-US" sz="2000" u="none">
                <a:solidFill>
                  <a:schemeClr val="accent2"/>
                </a:solidFill>
                <a:latin typeface="Times New Roman"/>
                <a:ea typeface="Times New Roman"/>
                <a:cs typeface="Times New Roman"/>
                <a:sym typeface="Times New Roman"/>
              </a:rPr>
            </a:br>
            <a:r>
              <a:rPr b="1" i="1" lang="en-US" sz="2000" u="none">
                <a:solidFill>
                  <a:schemeClr val="accent2"/>
                </a:solidFill>
                <a:latin typeface="Times New Roman"/>
                <a:ea typeface="Times New Roman"/>
                <a:cs typeface="Times New Roman"/>
                <a:sym typeface="Times New Roman"/>
              </a:rPr>
              <a:t>Place card number in randomly selected unoccupied slot of deck</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Convert </a:t>
            </a:r>
            <a:r>
              <a:rPr b="1" i="1" lang="en-US" sz="2000" u="none">
                <a:solidFill>
                  <a:srgbClr val="FF3300"/>
                </a:solidFill>
                <a:latin typeface="Times New Roman"/>
                <a:ea typeface="Times New Roman"/>
                <a:cs typeface="Times New Roman"/>
                <a:sym typeface="Times New Roman"/>
              </a:rPr>
              <a:t>deal 52 cards</a:t>
            </a:r>
            <a:r>
              <a:rPr b="1" i="0" lang="en-US" sz="2000" u="none">
                <a:solidFill>
                  <a:schemeClr val="dk1"/>
                </a:solidFill>
                <a:latin typeface="Times New Roman"/>
                <a:ea typeface="Times New Roman"/>
                <a:cs typeface="Times New Roman"/>
                <a:sym typeface="Times New Roman"/>
              </a:rPr>
              <a:t> to</a:t>
            </a:r>
            <a:endParaRPr/>
          </a:p>
          <a:p>
            <a:pPr indent="-290511" lvl="3" marL="1662111"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For each of the 52 cards</a:t>
            </a:r>
            <a:br>
              <a:rPr b="1" i="1" lang="en-US" sz="2000" u="none">
                <a:solidFill>
                  <a:schemeClr val="accent2"/>
                </a:solidFill>
                <a:latin typeface="Times New Roman"/>
                <a:ea typeface="Times New Roman"/>
                <a:cs typeface="Times New Roman"/>
                <a:sym typeface="Times New Roman"/>
              </a:rPr>
            </a:br>
            <a:r>
              <a:rPr b="1" i="1" lang="en-US" sz="2000" u="none">
                <a:solidFill>
                  <a:schemeClr val="accent2"/>
                </a:solidFill>
                <a:latin typeface="Times New Roman"/>
                <a:ea typeface="Times New Roman"/>
                <a:cs typeface="Times New Roman"/>
                <a:sym typeface="Times New Roman"/>
              </a:rPr>
              <a:t>Find card number in deck array and print face and suit of card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5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059" name="Google Shape;1059;p15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200"/>
              <a:buFont typeface="Arial"/>
              <a:buNone/>
            </a:pPr>
            <a:r>
              <a:rPr b="1" i="0" lang="en-US" sz="3200" u="none">
                <a:solidFill>
                  <a:srgbClr val="F9A75E"/>
                </a:solidFill>
                <a:latin typeface="Arial"/>
                <a:ea typeface="Arial"/>
                <a:cs typeface="Arial"/>
                <a:sym typeface="Arial"/>
              </a:rPr>
              <a:t>7.11 Case Study: Card Shuffling and Dealing Simulation</a:t>
            </a:r>
            <a:endParaRPr/>
          </a:p>
        </p:txBody>
      </p:sp>
      <p:sp>
        <p:nvSpPr>
          <p:cNvPr id="1060" name="Google Shape;1060;p152"/>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90512" lvl="1" marL="747712" rtl="0" algn="l">
              <a:lnSpc>
                <a:spcPct val="100000"/>
              </a:lnSpc>
              <a:spcBef>
                <a:spcPts val="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Third refinement</a:t>
            </a:r>
            <a:endParaRPr/>
          </a:p>
          <a:p>
            <a:pPr indent="-228600" lvl="2" marL="1143000" rtl="0" algn="l">
              <a:lnSpc>
                <a:spcPct val="100000"/>
              </a:lnSpc>
              <a:spcBef>
                <a:spcPts val="5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Convert </a:t>
            </a:r>
            <a:r>
              <a:rPr b="1" i="1" lang="en-US" sz="2000" u="none">
                <a:solidFill>
                  <a:srgbClr val="FF3300"/>
                </a:solidFill>
                <a:latin typeface="Times New Roman"/>
                <a:ea typeface="Times New Roman"/>
                <a:cs typeface="Times New Roman"/>
                <a:sym typeface="Times New Roman"/>
              </a:rPr>
              <a:t>shuffle the deck</a:t>
            </a:r>
            <a:r>
              <a:rPr b="1" i="0" lang="en-US" sz="2000" u="none">
                <a:solidFill>
                  <a:schemeClr val="dk1"/>
                </a:solidFill>
                <a:latin typeface="Times New Roman"/>
                <a:ea typeface="Times New Roman"/>
                <a:cs typeface="Times New Roman"/>
                <a:sym typeface="Times New Roman"/>
              </a:rPr>
              <a:t> to</a:t>
            </a:r>
            <a:endParaRPr/>
          </a:p>
          <a:p>
            <a:pPr indent="-290511" lvl="3" marL="1662111"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Choose slot of deck randomly</a:t>
            </a:r>
            <a:endParaRPr/>
          </a:p>
          <a:p>
            <a:pPr indent="-290511" lvl="3" marL="1662111"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    While chosen slot of deck has been previously chosen</a:t>
            </a:r>
            <a:br>
              <a:rPr b="1" i="1" lang="en-US" sz="2000" u="none">
                <a:solidFill>
                  <a:schemeClr val="accent2"/>
                </a:solidFill>
                <a:latin typeface="Times New Roman"/>
                <a:ea typeface="Times New Roman"/>
                <a:cs typeface="Times New Roman"/>
                <a:sym typeface="Times New Roman"/>
              </a:rPr>
            </a:br>
            <a:r>
              <a:rPr b="1" i="1" lang="en-US" sz="2000" u="none">
                <a:solidFill>
                  <a:schemeClr val="accent2"/>
                </a:solidFill>
                <a:latin typeface="Times New Roman"/>
                <a:ea typeface="Times New Roman"/>
                <a:cs typeface="Times New Roman"/>
                <a:sym typeface="Times New Roman"/>
              </a:rPr>
              <a:t>	Choose slot of deck randomly</a:t>
            </a:r>
            <a:endParaRPr/>
          </a:p>
          <a:p>
            <a:pPr indent="-228600" lvl="4" marL="2057400"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Place card number in chosen slot of deck</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Convert </a:t>
            </a:r>
            <a:r>
              <a:rPr b="1" i="1" lang="en-US" sz="2000" u="none">
                <a:solidFill>
                  <a:srgbClr val="FF3300"/>
                </a:solidFill>
                <a:latin typeface="Times New Roman"/>
                <a:ea typeface="Times New Roman"/>
                <a:cs typeface="Times New Roman"/>
                <a:sym typeface="Times New Roman"/>
              </a:rPr>
              <a:t>deal 52 cards</a:t>
            </a:r>
            <a:r>
              <a:rPr b="1" i="0" lang="en-US" sz="2000" u="none">
                <a:solidFill>
                  <a:schemeClr val="dk1"/>
                </a:solidFill>
                <a:latin typeface="Times New Roman"/>
                <a:ea typeface="Times New Roman"/>
                <a:cs typeface="Times New Roman"/>
                <a:sym typeface="Times New Roman"/>
              </a:rPr>
              <a:t> to</a:t>
            </a:r>
            <a:endParaRPr/>
          </a:p>
          <a:p>
            <a:pPr indent="-290511" lvl="3" marL="1662111" rtl="0" algn="l">
              <a:lnSpc>
                <a:spcPct val="100000"/>
              </a:lnSpc>
              <a:spcBef>
                <a:spcPts val="500"/>
              </a:spcBef>
              <a:spcAft>
                <a:spcPts val="0"/>
              </a:spcAft>
              <a:buSzPts val="2000"/>
              <a:buNone/>
            </a:pPr>
            <a:r>
              <a:rPr b="1" i="1" lang="en-US" sz="2000" u="none">
                <a:solidFill>
                  <a:schemeClr val="accent2"/>
                </a:solidFill>
                <a:latin typeface="Times New Roman"/>
                <a:ea typeface="Times New Roman"/>
                <a:cs typeface="Times New Roman"/>
                <a:sym typeface="Times New Roman"/>
              </a:rPr>
              <a:t>For each slot of the deck array</a:t>
            </a:r>
            <a:br>
              <a:rPr b="1" i="1" lang="en-US" sz="2000" u="none">
                <a:solidFill>
                  <a:schemeClr val="accent2"/>
                </a:solidFill>
                <a:latin typeface="Times New Roman"/>
                <a:ea typeface="Times New Roman"/>
                <a:cs typeface="Times New Roman"/>
                <a:sym typeface="Times New Roman"/>
              </a:rPr>
            </a:br>
            <a:r>
              <a:rPr b="1" i="1" lang="en-US" sz="2000" u="none">
                <a:solidFill>
                  <a:schemeClr val="accent2"/>
                </a:solidFill>
                <a:latin typeface="Times New Roman"/>
                <a:ea typeface="Times New Roman"/>
                <a:cs typeface="Times New Roman"/>
                <a:sym typeface="Times New Roman"/>
              </a:rPr>
              <a:t>If slot contains card number</a:t>
            </a:r>
            <a:br>
              <a:rPr b="1" i="1" lang="en-US" sz="2000" u="none">
                <a:solidFill>
                  <a:schemeClr val="accent2"/>
                </a:solidFill>
                <a:latin typeface="Times New Roman"/>
                <a:ea typeface="Times New Roman"/>
                <a:cs typeface="Times New Roman"/>
                <a:sym typeface="Times New Roman"/>
              </a:rPr>
            </a:br>
            <a:r>
              <a:rPr b="1" i="1" lang="en-US" sz="2000" u="none">
                <a:solidFill>
                  <a:schemeClr val="accent2"/>
                </a:solidFill>
                <a:latin typeface="Times New Roman"/>
                <a:ea typeface="Times New Roman"/>
                <a:cs typeface="Times New Roman"/>
                <a:sym typeface="Times New Roman"/>
              </a:rPr>
              <a:t>   Print the face and suit of the card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5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067" name="Google Shape;1067;p153"/>
          <p:cNvPicPr preferRelativeResize="0"/>
          <p:nvPr/>
        </p:nvPicPr>
        <p:blipFill rotWithShape="1">
          <a:blip r:embed="rId3">
            <a:alphaModFix/>
          </a:blip>
          <a:srcRect b="0" l="0" r="0" t="0"/>
          <a:stretch/>
        </p:blipFill>
        <p:spPr>
          <a:xfrm>
            <a:off x="0" y="0"/>
            <a:ext cx="7061200" cy="4799012"/>
          </a:xfrm>
          <a:prstGeom prst="rect">
            <a:avLst/>
          </a:prstGeom>
          <a:noFill/>
          <a:ln>
            <a:noFill/>
          </a:ln>
        </p:spPr>
      </p:pic>
      <p:sp>
        <p:nvSpPr>
          <p:cNvPr id="1068" name="Google Shape;1068;p15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069" name="Google Shape;1069;p153"/>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4 )</a:t>
            </a:r>
            <a:endParaRPr/>
          </a:p>
        </p:txBody>
      </p:sp>
      <p:sp>
        <p:nvSpPr>
          <p:cNvPr id="1070" name="Google Shape;1070;p153"/>
          <p:cNvSpPr txBox="1"/>
          <p:nvPr/>
        </p:nvSpPr>
        <p:spPr>
          <a:xfrm>
            <a:off x="4800600" y="3505200"/>
            <a:ext cx="2667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suit</a:t>
            </a:r>
            <a:r>
              <a:rPr b="0" i="0" lang="en-US" sz="1600" u="none">
                <a:solidFill>
                  <a:schemeClr val="dk1"/>
                </a:solidFill>
                <a:latin typeface="Times New Roman"/>
                <a:ea typeface="Times New Roman"/>
                <a:cs typeface="Times New Roman"/>
                <a:sym typeface="Times New Roman"/>
              </a:rPr>
              <a:t> and </a:t>
            </a:r>
            <a:r>
              <a:rPr b="1" i="0" lang="en-US" sz="1600" u="none">
                <a:solidFill>
                  <a:schemeClr val="dk1"/>
                </a:solidFill>
                <a:latin typeface="Courier New"/>
                <a:ea typeface="Courier New"/>
                <a:cs typeface="Courier New"/>
                <a:sym typeface="Courier New"/>
              </a:rPr>
              <a:t>face</a:t>
            </a:r>
            <a:r>
              <a:rPr b="0" i="0" lang="en-US" sz="1600" u="none">
                <a:solidFill>
                  <a:schemeClr val="dk1"/>
                </a:solidFill>
                <a:latin typeface="Times New Roman"/>
                <a:ea typeface="Times New Roman"/>
                <a:cs typeface="Times New Roman"/>
                <a:sym typeface="Times New Roman"/>
              </a:rPr>
              <a:t> arrays are arrays of pointers</a:t>
            </a:r>
            <a:endParaRPr/>
          </a:p>
        </p:txBody>
      </p:sp>
      <p:cxnSp>
        <p:nvCxnSpPr>
          <p:cNvPr id="1071" name="Google Shape;1071;p153"/>
          <p:cNvCxnSpPr/>
          <p:nvPr/>
        </p:nvCxnSpPr>
        <p:spPr>
          <a:xfrm rot="10800000">
            <a:off x="2590800" y="3124200"/>
            <a:ext cx="2209800" cy="381000"/>
          </a:xfrm>
          <a:prstGeom prst="straightConnector1">
            <a:avLst/>
          </a:prstGeom>
          <a:noFill/>
          <a:ln cap="flat" cmpd="sng" w="9525">
            <a:solidFill>
              <a:schemeClr val="dk1"/>
            </a:solidFill>
            <a:prstDash val="solid"/>
            <a:miter lim="800000"/>
            <a:headEnd len="med" w="med" type="none"/>
            <a:tailEnd len="med" w="med" type="triangle"/>
          </a:ln>
        </p:spPr>
      </p:cxnSp>
      <p:cxnSp>
        <p:nvCxnSpPr>
          <p:cNvPr id="1072" name="Google Shape;1072;p153"/>
          <p:cNvCxnSpPr/>
          <p:nvPr/>
        </p:nvCxnSpPr>
        <p:spPr>
          <a:xfrm rot="10800000">
            <a:off x="3657600" y="3886200"/>
            <a:ext cx="11430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5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079" name="Google Shape;1079;p154"/>
          <p:cNvPicPr preferRelativeResize="0"/>
          <p:nvPr/>
        </p:nvPicPr>
        <p:blipFill rotWithShape="1">
          <a:blip r:embed="rId3">
            <a:alphaModFix/>
          </a:blip>
          <a:srcRect b="0" l="0" r="0" t="0"/>
          <a:stretch/>
        </p:blipFill>
        <p:spPr>
          <a:xfrm>
            <a:off x="0" y="0"/>
            <a:ext cx="7061200" cy="6061075"/>
          </a:xfrm>
          <a:prstGeom prst="rect">
            <a:avLst/>
          </a:prstGeom>
          <a:noFill/>
          <a:ln>
            <a:noFill/>
          </a:ln>
        </p:spPr>
      </p:pic>
      <p:sp>
        <p:nvSpPr>
          <p:cNvPr id="1080" name="Google Shape;1080;p15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081" name="Google Shape;1081;p154"/>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4 )</a:t>
            </a:r>
            <a:endParaRPr/>
          </a:p>
        </p:txBody>
      </p:sp>
      <p:sp>
        <p:nvSpPr>
          <p:cNvPr id="1082" name="Google Shape;1082;p154"/>
          <p:cNvSpPr txBox="1"/>
          <p:nvPr/>
        </p:nvSpPr>
        <p:spPr>
          <a:xfrm>
            <a:off x="5715000" y="4800600"/>
            <a:ext cx="2667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do…while</a:t>
            </a:r>
            <a:r>
              <a:rPr b="0" i="0" lang="en-US" sz="1600" u="none">
                <a:solidFill>
                  <a:schemeClr val="dk1"/>
                </a:solidFill>
                <a:latin typeface="Times New Roman"/>
                <a:ea typeface="Times New Roman"/>
                <a:cs typeface="Times New Roman"/>
                <a:sym typeface="Times New Roman"/>
              </a:rPr>
              <a:t> loop selects a random spot for each card</a:t>
            </a:r>
            <a:endParaRPr/>
          </a:p>
        </p:txBody>
      </p:sp>
      <p:cxnSp>
        <p:nvCxnSpPr>
          <p:cNvPr id="1083" name="Google Shape;1083;p154"/>
          <p:cNvCxnSpPr/>
          <p:nvPr/>
        </p:nvCxnSpPr>
        <p:spPr>
          <a:xfrm rot="10800000">
            <a:off x="1219200" y="4876800"/>
            <a:ext cx="44958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5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090" name="Google Shape;1090;p155"/>
          <p:cNvPicPr preferRelativeResize="0"/>
          <p:nvPr/>
        </p:nvPicPr>
        <p:blipFill rotWithShape="1">
          <a:blip r:embed="rId3">
            <a:alphaModFix/>
          </a:blip>
          <a:srcRect b="0" l="0" r="0" t="0"/>
          <a:stretch/>
        </p:blipFill>
        <p:spPr>
          <a:xfrm>
            <a:off x="0" y="0"/>
            <a:ext cx="7053262" cy="4800600"/>
          </a:xfrm>
          <a:prstGeom prst="rect">
            <a:avLst/>
          </a:prstGeom>
          <a:noFill/>
          <a:ln>
            <a:noFill/>
          </a:ln>
        </p:spPr>
      </p:pic>
      <p:sp>
        <p:nvSpPr>
          <p:cNvPr id="1091" name="Google Shape;1091;p155"/>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092" name="Google Shape;1092;p155"/>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(3 of 4 )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5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099" name="Google Shape;1099;p156"/>
          <p:cNvPicPr preferRelativeResize="0"/>
          <p:nvPr/>
        </p:nvPicPr>
        <p:blipFill rotWithShape="1">
          <a:blip r:embed="rId3">
            <a:alphaModFix/>
          </a:blip>
          <a:srcRect b="0" l="0" r="0" t="0"/>
          <a:stretch/>
        </p:blipFill>
        <p:spPr>
          <a:xfrm>
            <a:off x="0" y="0"/>
            <a:ext cx="7061200" cy="3116262"/>
          </a:xfrm>
          <a:prstGeom prst="rect">
            <a:avLst/>
          </a:prstGeom>
          <a:noFill/>
          <a:ln>
            <a:noFill/>
          </a:ln>
        </p:spPr>
      </p:pic>
      <p:sp>
        <p:nvSpPr>
          <p:cNvPr id="1100" name="Google Shape;1100;p156"/>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01" name="Google Shape;1101;p156"/>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fig07_24.c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(4 of 4 )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5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08" name="Google Shape;1108;p157"/>
          <p:cNvPicPr preferRelativeResize="0"/>
          <p:nvPr/>
        </p:nvPicPr>
        <p:blipFill rotWithShape="1">
          <a:blip r:embed="rId3">
            <a:alphaModFix/>
          </a:blip>
          <a:srcRect b="0" l="0" r="0" t="0"/>
          <a:stretch/>
        </p:blipFill>
        <p:spPr>
          <a:xfrm>
            <a:off x="0" y="0"/>
            <a:ext cx="7051675" cy="5772150"/>
          </a:xfrm>
          <a:prstGeom prst="rect">
            <a:avLst/>
          </a:prstGeom>
          <a:noFill/>
          <a:ln>
            <a:noFill/>
          </a:ln>
        </p:spPr>
      </p:pic>
      <p:sp>
        <p:nvSpPr>
          <p:cNvPr id="1109" name="Google Shape;1109;p157"/>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5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116" name="Google Shape;1116;p15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7.12 Pointers to Functions</a:t>
            </a:r>
            <a:endParaRPr/>
          </a:p>
        </p:txBody>
      </p:sp>
      <p:sp>
        <p:nvSpPr>
          <p:cNvPr id="1117" name="Google Shape;1117;p158"/>
          <p:cNvSpPr txBox="1"/>
          <p:nvPr>
            <p:ph idx="1" type="body"/>
          </p:nvPr>
        </p:nvSpPr>
        <p:spPr>
          <a:xfrm>
            <a:off x="685800" y="1295400"/>
            <a:ext cx="8001000" cy="4525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Pointer to function</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Contains address of function</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Similar to how array name is address of first element</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Function name is starting address of code that defines function</a:t>
            </a:r>
            <a:endParaRPr/>
          </a:p>
          <a:p>
            <a:pPr indent="-228600" lvl="0" marL="228600" rtl="0" algn="l">
              <a:lnSpc>
                <a:spcPct val="100000"/>
              </a:lnSpc>
              <a:spcBef>
                <a:spcPts val="55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Function pointers can be </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Passed to functions</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Stored in arrays</a:t>
            </a:r>
            <a:endParaRPr/>
          </a:p>
          <a:p>
            <a:pPr indent="-290512" lvl="1" marL="747712" rtl="0" algn="l">
              <a:lnSpc>
                <a:spcPct val="100000"/>
              </a:lnSpc>
              <a:spcBef>
                <a:spcPts val="55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Assigned to other function pointers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59"/>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124" name="Google Shape;1124;p15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7.12 Pointers to Functions</a:t>
            </a:r>
            <a:endParaRPr/>
          </a:p>
        </p:txBody>
      </p:sp>
      <p:sp>
        <p:nvSpPr>
          <p:cNvPr id="1125" name="Google Shape;1125;p159"/>
          <p:cNvSpPr txBox="1"/>
          <p:nvPr>
            <p:ph idx="1" type="body"/>
          </p:nvPr>
        </p:nvSpPr>
        <p:spPr>
          <a:xfrm>
            <a:off x="685800" y="1295400"/>
            <a:ext cx="8001000" cy="47244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4F87C6"/>
              </a:buClr>
              <a:buSzPts val="2800"/>
              <a:buFont typeface="Noto Sans Symbols"/>
              <a:buChar char="▪"/>
            </a:pPr>
            <a:r>
              <a:rPr b="1" i="0" lang="en-US" sz="2800" u="none">
                <a:solidFill>
                  <a:srgbClr val="000000"/>
                </a:solidFill>
                <a:latin typeface="Times New Roman"/>
                <a:ea typeface="Times New Roman"/>
                <a:cs typeface="Times New Roman"/>
                <a:sym typeface="Times New Roman"/>
              </a:rPr>
              <a:t>Example: bubblesort</a:t>
            </a:r>
            <a:endParaRPr/>
          </a:p>
          <a:p>
            <a:pPr indent="-290512" lvl="1" marL="747712" rtl="0" algn="l">
              <a:lnSpc>
                <a:spcPct val="100000"/>
              </a:lnSpc>
              <a:spcBef>
                <a:spcPts val="7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Function </a:t>
            </a:r>
            <a:r>
              <a:rPr b="1" i="0" lang="en-US" sz="2000" u="none">
                <a:solidFill>
                  <a:srgbClr val="000000"/>
                </a:solidFill>
                <a:latin typeface="Droid Sans Mono"/>
                <a:ea typeface="Droid Sans Mono"/>
                <a:cs typeface="Droid Sans Mono"/>
                <a:sym typeface="Droid Sans Mono"/>
              </a:rPr>
              <a:t>bubble</a:t>
            </a:r>
            <a:r>
              <a:rPr b="1" i="0" lang="en-US" sz="2200" u="none">
                <a:solidFill>
                  <a:srgbClr val="000000"/>
                </a:solidFill>
                <a:latin typeface="Times New Roman"/>
                <a:ea typeface="Times New Roman"/>
                <a:cs typeface="Times New Roman"/>
                <a:sym typeface="Times New Roman"/>
              </a:rPr>
              <a:t> takes a function pointer</a:t>
            </a:r>
            <a:endParaRPr/>
          </a:p>
          <a:p>
            <a:pPr indent="-228600" lvl="2" marL="1143000" rtl="0" algn="l">
              <a:lnSpc>
                <a:spcPct val="100000"/>
              </a:lnSpc>
              <a:spcBef>
                <a:spcPts val="550"/>
              </a:spcBef>
              <a:spcAft>
                <a:spcPts val="0"/>
              </a:spcAft>
              <a:buClr>
                <a:srgbClr val="4F87C6"/>
              </a:buClr>
              <a:buSzPts val="1800"/>
              <a:buFont typeface="Arial"/>
              <a:buChar char="-"/>
            </a:pPr>
            <a:r>
              <a:rPr b="1" i="0" lang="en-US" sz="1800" u="none">
                <a:solidFill>
                  <a:schemeClr val="dk1"/>
                </a:solidFill>
                <a:latin typeface="Droid Sans Mono"/>
                <a:ea typeface="Droid Sans Mono"/>
                <a:cs typeface="Droid Sans Mono"/>
                <a:sym typeface="Droid Sans Mono"/>
              </a:rPr>
              <a:t>bubble</a:t>
            </a:r>
            <a:r>
              <a:rPr b="1" i="0" lang="en-US" sz="2000" u="none">
                <a:solidFill>
                  <a:schemeClr val="dk1"/>
                </a:solidFill>
                <a:latin typeface="Times New Roman"/>
                <a:ea typeface="Times New Roman"/>
                <a:cs typeface="Times New Roman"/>
                <a:sym typeface="Times New Roman"/>
              </a:rPr>
              <a:t> calls this helper function</a:t>
            </a:r>
            <a:endParaRPr/>
          </a:p>
          <a:p>
            <a:pPr indent="-228600" lvl="2" marL="1143000" rtl="0" algn="l">
              <a:lnSpc>
                <a:spcPct val="100000"/>
              </a:lnSpc>
              <a:spcBef>
                <a:spcPts val="50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this determines ascending or descending sorting</a:t>
            </a:r>
            <a:endParaRPr/>
          </a:p>
          <a:p>
            <a:pPr indent="-290512" lvl="1" marL="747712" rtl="0" algn="l">
              <a:lnSpc>
                <a:spcPct val="100000"/>
              </a:lnSpc>
              <a:spcBef>
                <a:spcPts val="5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The argument in </a:t>
            </a:r>
            <a:r>
              <a:rPr b="1" i="0" lang="en-US" sz="2000" u="none">
                <a:solidFill>
                  <a:srgbClr val="000000"/>
                </a:solidFill>
                <a:latin typeface="Droid Sans Mono"/>
                <a:ea typeface="Droid Sans Mono"/>
                <a:cs typeface="Droid Sans Mono"/>
                <a:sym typeface="Droid Sans Mono"/>
              </a:rPr>
              <a:t>bubblesort</a:t>
            </a:r>
            <a:r>
              <a:rPr b="1" i="0" lang="en-US" sz="2200" u="none">
                <a:solidFill>
                  <a:srgbClr val="000000"/>
                </a:solidFill>
                <a:latin typeface="Times New Roman"/>
                <a:ea typeface="Times New Roman"/>
                <a:cs typeface="Times New Roman"/>
                <a:sym typeface="Times New Roman"/>
              </a:rPr>
              <a:t> for the function pointer:</a:t>
            </a:r>
            <a:endParaRPr/>
          </a:p>
          <a:p>
            <a:pPr indent="-290511" lvl="3" marL="1662111"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int ( *compare )( int a, int b )</a:t>
            </a:r>
            <a:endParaRPr/>
          </a:p>
          <a:p>
            <a:pPr indent="-228600" lvl="2" marL="1143000" rtl="0" algn="l">
              <a:lnSpc>
                <a:spcPct val="100000"/>
              </a:lnSpc>
              <a:spcBef>
                <a:spcPts val="450"/>
              </a:spcBef>
              <a:spcAft>
                <a:spcPts val="0"/>
              </a:spcAft>
              <a:buSzPts val="2000"/>
              <a:buNone/>
            </a:pPr>
            <a:r>
              <a:rPr b="1" i="0" lang="en-US" sz="2000" u="none">
                <a:solidFill>
                  <a:schemeClr val="dk1"/>
                </a:solidFill>
                <a:latin typeface="Times New Roman"/>
                <a:ea typeface="Times New Roman"/>
                <a:cs typeface="Times New Roman"/>
                <a:sym typeface="Times New Roman"/>
              </a:rPr>
              <a:t>tells </a:t>
            </a:r>
            <a:r>
              <a:rPr b="1" i="0" lang="en-US" sz="1800" u="none">
                <a:solidFill>
                  <a:schemeClr val="dk1"/>
                </a:solidFill>
                <a:latin typeface="Droid Sans Mono"/>
                <a:ea typeface="Droid Sans Mono"/>
                <a:cs typeface="Droid Sans Mono"/>
                <a:sym typeface="Droid Sans Mono"/>
              </a:rPr>
              <a:t>bubblesort</a:t>
            </a:r>
            <a:r>
              <a:rPr b="1" i="0" lang="en-US" sz="2000" u="none">
                <a:solidFill>
                  <a:schemeClr val="dk1"/>
                </a:solidFill>
                <a:latin typeface="Times New Roman"/>
                <a:ea typeface="Times New Roman"/>
                <a:cs typeface="Times New Roman"/>
                <a:sym typeface="Times New Roman"/>
              </a:rPr>
              <a:t> to expect a pointer to a function that takes two </a:t>
            </a:r>
            <a:r>
              <a:rPr b="1" i="0" lang="en-US" sz="1800" u="none">
                <a:solidFill>
                  <a:schemeClr val="dk1"/>
                </a:solidFill>
                <a:latin typeface="Droid Sans Mono"/>
                <a:ea typeface="Droid Sans Mono"/>
                <a:cs typeface="Droid Sans Mono"/>
                <a:sym typeface="Droid Sans Mono"/>
              </a:rPr>
              <a:t>ints</a:t>
            </a:r>
            <a:r>
              <a:rPr b="1" i="0" lang="en-US" sz="2000" u="none">
                <a:solidFill>
                  <a:schemeClr val="dk1"/>
                </a:solidFill>
                <a:latin typeface="Times New Roman"/>
                <a:ea typeface="Times New Roman"/>
                <a:cs typeface="Times New Roman"/>
                <a:sym typeface="Times New Roman"/>
              </a:rPr>
              <a:t> and returns an </a:t>
            </a:r>
            <a:r>
              <a:rPr b="1" i="0" lang="en-US" sz="1800" u="none">
                <a:solidFill>
                  <a:schemeClr val="dk1"/>
                </a:solidFill>
                <a:latin typeface="Droid Sans Mono"/>
                <a:ea typeface="Droid Sans Mono"/>
                <a:cs typeface="Droid Sans Mono"/>
                <a:sym typeface="Droid Sans Mono"/>
              </a:rPr>
              <a:t>int</a:t>
            </a:r>
            <a:endParaRPr/>
          </a:p>
          <a:p>
            <a:pPr indent="-290512" lvl="1" marL="747712" rtl="0" algn="l">
              <a:lnSpc>
                <a:spcPct val="100000"/>
              </a:lnSpc>
              <a:spcBef>
                <a:spcPts val="500"/>
              </a:spcBef>
              <a:spcAft>
                <a:spcPts val="0"/>
              </a:spcAft>
              <a:buClr>
                <a:srgbClr val="4F87C6"/>
              </a:buClr>
              <a:buSzPts val="2200"/>
              <a:buFont typeface="Arial"/>
              <a:buChar char="–"/>
            </a:pPr>
            <a:r>
              <a:rPr b="1" i="0" lang="en-US" sz="2200" u="none">
                <a:solidFill>
                  <a:srgbClr val="000000"/>
                </a:solidFill>
                <a:latin typeface="Times New Roman"/>
                <a:ea typeface="Times New Roman"/>
                <a:cs typeface="Times New Roman"/>
                <a:sym typeface="Times New Roman"/>
              </a:rPr>
              <a:t>If the parentheses were left out:</a:t>
            </a:r>
            <a:endParaRPr/>
          </a:p>
          <a:p>
            <a:pPr indent="-290511" lvl="3" marL="1662111" rtl="0" algn="l">
              <a:lnSpc>
                <a:spcPct val="100000"/>
              </a:lnSpc>
              <a:spcBef>
                <a:spcPts val="550"/>
              </a:spcBef>
              <a:spcAft>
                <a:spcPts val="0"/>
              </a:spcAft>
              <a:buSzPts val="1800"/>
              <a:buNone/>
            </a:pPr>
            <a:r>
              <a:rPr b="1" i="0" lang="en-US" sz="1800" u="none">
                <a:solidFill>
                  <a:schemeClr val="dk1"/>
                </a:solidFill>
                <a:latin typeface="Droid Sans Mono"/>
                <a:ea typeface="Droid Sans Mono"/>
                <a:cs typeface="Droid Sans Mono"/>
                <a:sym typeface="Droid Sans Mono"/>
              </a:rPr>
              <a:t>int *compare( int a, int b )</a:t>
            </a:r>
            <a:endParaRPr/>
          </a:p>
          <a:p>
            <a:pPr indent="-228600" lvl="2" marL="1143000" rtl="0" algn="l">
              <a:lnSpc>
                <a:spcPct val="100000"/>
              </a:lnSpc>
              <a:spcBef>
                <a:spcPts val="450"/>
              </a:spcBef>
              <a:spcAft>
                <a:spcPts val="0"/>
              </a:spcAft>
              <a:buClr>
                <a:srgbClr val="4F87C6"/>
              </a:buClr>
              <a:buSzPts val="2000"/>
              <a:buFont typeface="Arial"/>
              <a:buChar char="-"/>
            </a:pPr>
            <a:r>
              <a:rPr b="1" i="0" lang="en-US" sz="2000" u="none">
                <a:solidFill>
                  <a:schemeClr val="dk1"/>
                </a:solidFill>
                <a:latin typeface="Times New Roman"/>
                <a:ea typeface="Times New Roman"/>
                <a:cs typeface="Times New Roman"/>
                <a:sym typeface="Times New Roman"/>
              </a:rPr>
              <a:t>Defines a function that receives two integers and returns a pointer to a </a:t>
            </a:r>
            <a:r>
              <a:rPr b="1" i="0" lang="en-US" sz="1800" u="none">
                <a:solidFill>
                  <a:schemeClr val="dk1"/>
                </a:solidFill>
                <a:latin typeface="Droid Sans Mono"/>
                <a:ea typeface="Droid Sans Mono"/>
                <a:cs typeface="Droid Sans Mono"/>
                <a:sym typeface="Droid Sans Mono"/>
              </a:rPr>
              <a:t>int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60"/>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32" name="Google Shape;1132;p160"/>
          <p:cNvPicPr preferRelativeResize="0"/>
          <p:nvPr/>
        </p:nvPicPr>
        <p:blipFill rotWithShape="1">
          <a:blip r:embed="rId3">
            <a:alphaModFix/>
          </a:blip>
          <a:srcRect b="0" l="0" r="0" t="0"/>
          <a:stretch/>
        </p:blipFill>
        <p:spPr>
          <a:xfrm>
            <a:off x="0" y="0"/>
            <a:ext cx="7061200" cy="6270625"/>
          </a:xfrm>
          <a:prstGeom prst="rect">
            <a:avLst/>
          </a:prstGeom>
          <a:noFill/>
          <a:ln>
            <a:noFill/>
          </a:ln>
        </p:spPr>
      </p:pic>
      <p:sp>
        <p:nvSpPr>
          <p:cNvPr id="1133" name="Google Shape;1133;p160"/>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34" name="Google Shape;1134;p160"/>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fig07_26.c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4 )</a:t>
            </a:r>
            <a:endParaRPr/>
          </a:p>
        </p:txBody>
      </p:sp>
      <p:sp>
        <p:nvSpPr>
          <p:cNvPr id="1135" name="Google Shape;1135;p160"/>
          <p:cNvSpPr txBox="1"/>
          <p:nvPr/>
        </p:nvSpPr>
        <p:spPr>
          <a:xfrm>
            <a:off x="3657600" y="1828800"/>
            <a:ext cx="31242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Courier New"/>
              <a:buNone/>
            </a:pPr>
            <a:r>
              <a:rPr b="1" i="0" lang="en-US" sz="1600" u="none">
                <a:solidFill>
                  <a:schemeClr val="dk1"/>
                </a:solidFill>
                <a:latin typeface="Courier New"/>
                <a:ea typeface="Courier New"/>
                <a:cs typeface="Courier New"/>
                <a:sym typeface="Courier New"/>
              </a:rPr>
              <a:t>bubble</a:t>
            </a:r>
            <a:r>
              <a:rPr b="0" i="0" lang="en-US" sz="1600" u="none">
                <a:solidFill>
                  <a:schemeClr val="dk1"/>
                </a:solidFill>
                <a:latin typeface="Times New Roman"/>
                <a:ea typeface="Times New Roman"/>
                <a:cs typeface="Times New Roman"/>
                <a:sym typeface="Times New Roman"/>
              </a:rPr>
              <a:t> function takes a function pointer as an argument</a:t>
            </a:r>
            <a:endParaRPr/>
          </a:p>
        </p:txBody>
      </p:sp>
      <p:cxnSp>
        <p:nvCxnSpPr>
          <p:cNvPr id="1136" name="Google Shape;1136;p160"/>
          <p:cNvCxnSpPr/>
          <p:nvPr/>
        </p:nvCxnSpPr>
        <p:spPr>
          <a:xfrm rot="10800000">
            <a:off x="5334000" y="1447800"/>
            <a:ext cx="0" cy="3810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61"/>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43" name="Google Shape;1143;p161"/>
          <p:cNvPicPr preferRelativeResize="0"/>
          <p:nvPr/>
        </p:nvPicPr>
        <p:blipFill rotWithShape="1">
          <a:blip r:embed="rId3">
            <a:alphaModFix/>
          </a:blip>
          <a:srcRect b="0" l="0" r="0" t="0"/>
          <a:stretch/>
        </p:blipFill>
        <p:spPr>
          <a:xfrm>
            <a:off x="0" y="0"/>
            <a:ext cx="7061200" cy="4797425"/>
          </a:xfrm>
          <a:prstGeom prst="rect">
            <a:avLst/>
          </a:prstGeom>
          <a:noFill/>
          <a:ln>
            <a:noFill/>
          </a:ln>
        </p:spPr>
      </p:pic>
      <p:sp>
        <p:nvSpPr>
          <p:cNvPr id="1144" name="Google Shape;1144;p161"/>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45" name="Google Shape;1145;p161"/>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fig07_26.c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4 )</a:t>
            </a:r>
            <a:endParaRPr/>
          </a:p>
        </p:txBody>
      </p:sp>
      <p:sp>
        <p:nvSpPr>
          <p:cNvPr id="1146" name="Google Shape;1146;p161"/>
          <p:cNvSpPr txBox="1"/>
          <p:nvPr/>
        </p:nvSpPr>
        <p:spPr>
          <a:xfrm>
            <a:off x="5029200" y="1905000"/>
            <a:ext cx="3886200" cy="83502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depending on the user’s choice, the </a:t>
            </a:r>
            <a:r>
              <a:rPr b="1" i="0" lang="en-US" sz="1600" u="none">
                <a:solidFill>
                  <a:schemeClr val="dk1"/>
                </a:solidFill>
                <a:latin typeface="Courier New"/>
                <a:ea typeface="Courier New"/>
                <a:cs typeface="Courier New"/>
                <a:sym typeface="Courier New"/>
              </a:rPr>
              <a:t>bubble</a:t>
            </a:r>
            <a:r>
              <a:rPr b="0" i="0" lang="en-US" sz="1600" u="none">
                <a:solidFill>
                  <a:schemeClr val="dk1"/>
                </a:solidFill>
                <a:latin typeface="Times New Roman"/>
                <a:ea typeface="Times New Roman"/>
                <a:cs typeface="Times New Roman"/>
                <a:sym typeface="Times New Roman"/>
              </a:rPr>
              <a:t> function uses either the </a:t>
            </a:r>
            <a:r>
              <a:rPr b="1" i="0" lang="en-US" sz="1600" u="none">
                <a:solidFill>
                  <a:schemeClr val="dk1"/>
                </a:solidFill>
                <a:latin typeface="Courier New"/>
                <a:ea typeface="Courier New"/>
                <a:cs typeface="Courier New"/>
                <a:sym typeface="Courier New"/>
              </a:rPr>
              <a:t>ascending</a:t>
            </a:r>
            <a:r>
              <a:rPr b="0" i="0" lang="en-US" sz="1600" u="none">
                <a:solidFill>
                  <a:schemeClr val="dk1"/>
                </a:solidFill>
                <a:latin typeface="Times New Roman"/>
                <a:ea typeface="Times New Roman"/>
                <a:cs typeface="Times New Roman"/>
                <a:sym typeface="Times New Roman"/>
              </a:rPr>
              <a:t> or </a:t>
            </a:r>
            <a:r>
              <a:rPr b="1" i="0" lang="en-US" sz="1600" u="none">
                <a:solidFill>
                  <a:schemeClr val="dk1"/>
                </a:solidFill>
                <a:latin typeface="Courier New"/>
                <a:ea typeface="Courier New"/>
                <a:cs typeface="Courier New"/>
                <a:sym typeface="Courier New"/>
              </a:rPr>
              <a:t>descending</a:t>
            </a:r>
            <a:r>
              <a:rPr b="0" i="0" lang="en-US" sz="1600" u="none">
                <a:solidFill>
                  <a:schemeClr val="dk1"/>
                </a:solidFill>
                <a:latin typeface="Times New Roman"/>
                <a:ea typeface="Times New Roman"/>
                <a:cs typeface="Times New Roman"/>
                <a:sym typeface="Times New Roman"/>
              </a:rPr>
              <a:t> function to sort the array</a:t>
            </a:r>
            <a:endParaRPr/>
          </a:p>
        </p:txBody>
      </p:sp>
      <p:cxnSp>
        <p:nvCxnSpPr>
          <p:cNvPr id="1147" name="Google Shape;1147;p161"/>
          <p:cNvCxnSpPr/>
          <p:nvPr/>
        </p:nvCxnSpPr>
        <p:spPr>
          <a:xfrm>
            <a:off x="6400800" y="685800"/>
            <a:ext cx="0" cy="1219200"/>
          </a:xfrm>
          <a:prstGeom prst="straightConnector1">
            <a:avLst/>
          </a:prstGeom>
          <a:noFill/>
          <a:ln cap="flat" cmpd="sng" w="9525">
            <a:solidFill>
              <a:schemeClr val="dk1"/>
            </a:solidFill>
            <a:prstDash val="solid"/>
            <a:miter lim="800000"/>
            <a:headEnd len="med" w="med" type="none"/>
            <a:tailEnd len="med" w="med" type="none"/>
          </a:ln>
        </p:spPr>
      </p:cxnSp>
      <p:cxnSp>
        <p:nvCxnSpPr>
          <p:cNvPr id="1148" name="Google Shape;1148;p161"/>
          <p:cNvCxnSpPr/>
          <p:nvPr/>
        </p:nvCxnSpPr>
        <p:spPr>
          <a:xfrm rot="10800000">
            <a:off x="3276600" y="685800"/>
            <a:ext cx="31242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149" name="Google Shape;1149;p161"/>
          <p:cNvCxnSpPr/>
          <p:nvPr/>
        </p:nvCxnSpPr>
        <p:spPr>
          <a:xfrm>
            <a:off x="5562600" y="1524000"/>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50" name="Google Shape;1150;p161"/>
          <p:cNvCxnSpPr/>
          <p:nvPr/>
        </p:nvCxnSpPr>
        <p:spPr>
          <a:xfrm rot="10800000">
            <a:off x="3352800" y="1524000"/>
            <a:ext cx="22098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62"/>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57" name="Google Shape;1157;p162"/>
          <p:cNvPicPr preferRelativeResize="0"/>
          <p:nvPr/>
        </p:nvPicPr>
        <p:blipFill rotWithShape="1">
          <a:blip r:embed="rId3">
            <a:alphaModFix/>
          </a:blip>
          <a:srcRect b="0" l="0" r="0" t="0"/>
          <a:stretch/>
        </p:blipFill>
        <p:spPr>
          <a:xfrm>
            <a:off x="0" y="0"/>
            <a:ext cx="7061200" cy="5638800"/>
          </a:xfrm>
          <a:prstGeom prst="rect">
            <a:avLst/>
          </a:prstGeom>
          <a:noFill/>
          <a:ln>
            <a:noFill/>
          </a:ln>
        </p:spPr>
      </p:pic>
      <p:sp>
        <p:nvSpPr>
          <p:cNvPr id="1158" name="Google Shape;1158;p162"/>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59" name="Google Shape;1159;p162"/>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fig07_26.c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(3 of 4 )</a:t>
            </a:r>
            <a:endParaRPr/>
          </a:p>
        </p:txBody>
      </p:sp>
      <p:sp>
        <p:nvSpPr>
          <p:cNvPr id="1160" name="Google Shape;1160;p162"/>
          <p:cNvSpPr txBox="1"/>
          <p:nvPr/>
        </p:nvSpPr>
        <p:spPr>
          <a:xfrm>
            <a:off x="5562600" y="4038600"/>
            <a:ext cx="3429000" cy="107950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Note that what the program considers “out of order” is dependent on the function pointer that was passed to the </a:t>
            </a:r>
            <a:r>
              <a:rPr b="1" i="0" lang="en-US" sz="1600" u="none">
                <a:solidFill>
                  <a:schemeClr val="dk1"/>
                </a:solidFill>
                <a:latin typeface="Courier New"/>
                <a:ea typeface="Courier New"/>
                <a:cs typeface="Courier New"/>
                <a:sym typeface="Courier New"/>
              </a:rPr>
              <a:t>bubble</a:t>
            </a:r>
            <a:r>
              <a:rPr b="0" i="0" lang="en-US" sz="1600" u="none">
                <a:solidFill>
                  <a:schemeClr val="dk1"/>
                </a:solidFill>
                <a:latin typeface="Times New Roman"/>
                <a:ea typeface="Times New Roman"/>
                <a:cs typeface="Times New Roman"/>
                <a:sym typeface="Times New Roman"/>
              </a:rPr>
              <a:t> function</a:t>
            </a:r>
            <a:endParaRPr/>
          </a:p>
        </p:txBody>
      </p:sp>
      <p:cxnSp>
        <p:nvCxnSpPr>
          <p:cNvPr id="1161" name="Google Shape;1161;p162"/>
          <p:cNvCxnSpPr/>
          <p:nvPr/>
        </p:nvCxnSpPr>
        <p:spPr>
          <a:xfrm rot="10800000">
            <a:off x="5638800" y="3276600"/>
            <a:ext cx="1524000" cy="762000"/>
          </a:xfrm>
          <a:prstGeom prst="straightConnector1">
            <a:avLst/>
          </a:prstGeom>
          <a:noFill/>
          <a:ln cap="flat" cmpd="sng" w="9525">
            <a:solidFill>
              <a:schemeClr val="dk1"/>
            </a:solidFill>
            <a:prstDash val="solid"/>
            <a:miter lim="800000"/>
            <a:headEnd len="med" w="med" type="none"/>
            <a:tailEnd len="med" w="med" type="triangle"/>
          </a:ln>
        </p:spPr>
      </p:cxnSp>
      <p:cxnSp>
        <p:nvCxnSpPr>
          <p:cNvPr id="1162" name="Google Shape;1162;p162"/>
          <p:cNvCxnSpPr/>
          <p:nvPr/>
        </p:nvCxnSpPr>
        <p:spPr>
          <a:xfrm rot="10800000">
            <a:off x="4953000" y="3581400"/>
            <a:ext cx="609600" cy="4572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63"/>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69" name="Google Shape;1169;p163"/>
          <p:cNvPicPr preferRelativeResize="0"/>
          <p:nvPr/>
        </p:nvPicPr>
        <p:blipFill rotWithShape="1">
          <a:blip r:embed="rId3">
            <a:alphaModFix/>
          </a:blip>
          <a:srcRect b="0" l="0" r="0" t="0"/>
          <a:stretch/>
        </p:blipFill>
        <p:spPr>
          <a:xfrm>
            <a:off x="0" y="0"/>
            <a:ext cx="7053262" cy="5643562"/>
          </a:xfrm>
          <a:prstGeom prst="rect">
            <a:avLst/>
          </a:prstGeom>
          <a:noFill/>
          <a:ln>
            <a:noFill/>
          </a:ln>
        </p:spPr>
      </p:pic>
      <p:sp>
        <p:nvSpPr>
          <p:cNvPr id="1170" name="Google Shape;1170;p163"/>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71" name="Google Shape;1171;p163"/>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fig07_26.c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(4 of 4 )</a:t>
            </a:r>
            <a:endParaRPr/>
          </a:p>
        </p:txBody>
      </p:sp>
      <p:sp>
        <p:nvSpPr>
          <p:cNvPr id="1172" name="Google Shape;1172;p163"/>
          <p:cNvSpPr txBox="1"/>
          <p:nvPr/>
        </p:nvSpPr>
        <p:spPr>
          <a:xfrm>
            <a:off x="4800600" y="2667000"/>
            <a:ext cx="38100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Passing the </a:t>
            </a:r>
            <a:r>
              <a:rPr b="1" i="0" lang="en-US" sz="1600" u="none">
                <a:solidFill>
                  <a:schemeClr val="dk1"/>
                </a:solidFill>
                <a:latin typeface="Courier New"/>
                <a:ea typeface="Courier New"/>
                <a:cs typeface="Courier New"/>
                <a:sym typeface="Courier New"/>
              </a:rPr>
              <a:t>bubble</a:t>
            </a:r>
            <a:r>
              <a:rPr b="0" i="0" lang="en-US" sz="1600" u="none">
                <a:solidFill>
                  <a:schemeClr val="dk1"/>
                </a:solidFill>
                <a:latin typeface="Times New Roman"/>
                <a:ea typeface="Times New Roman"/>
                <a:cs typeface="Times New Roman"/>
                <a:sym typeface="Times New Roman"/>
              </a:rPr>
              <a:t> function </a:t>
            </a:r>
            <a:r>
              <a:rPr b="1" i="0" lang="en-US" sz="1600" u="none">
                <a:solidFill>
                  <a:schemeClr val="dk1"/>
                </a:solidFill>
                <a:latin typeface="Courier New"/>
                <a:ea typeface="Courier New"/>
                <a:cs typeface="Courier New"/>
                <a:sym typeface="Courier New"/>
              </a:rPr>
              <a:t>ascending</a:t>
            </a:r>
            <a:r>
              <a:rPr b="0" i="0" lang="en-US" sz="1600" u="none">
                <a:solidFill>
                  <a:schemeClr val="dk1"/>
                </a:solidFill>
                <a:latin typeface="Times New Roman"/>
                <a:ea typeface="Times New Roman"/>
                <a:cs typeface="Times New Roman"/>
                <a:sym typeface="Times New Roman"/>
              </a:rPr>
              <a:t> will point the program here</a:t>
            </a:r>
            <a:endParaRPr/>
          </a:p>
        </p:txBody>
      </p:sp>
      <p:cxnSp>
        <p:nvCxnSpPr>
          <p:cNvPr id="1173" name="Google Shape;1173;p163"/>
          <p:cNvCxnSpPr/>
          <p:nvPr/>
        </p:nvCxnSpPr>
        <p:spPr>
          <a:xfrm rot="10800000">
            <a:off x="2743200" y="2819400"/>
            <a:ext cx="2057400" cy="0"/>
          </a:xfrm>
          <a:prstGeom prst="straightConnector1">
            <a:avLst/>
          </a:prstGeom>
          <a:noFill/>
          <a:ln cap="flat" cmpd="sng" w="9525">
            <a:solidFill>
              <a:schemeClr val="dk1"/>
            </a:solidFill>
            <a:prstDash val="solid"/>
            <a:miter lim="800000"/>
            <a:headEnd len="med" w="med" type="none"/>
            <a:tailEnd len="med" w="med" type="triangle"/>
          </a:ln>
        </p:spPr>
      </p:cxnSp>
      <p:sp>
        <p:nvSpPr>
          <p:cNvPr id="1174" name="Google Shape;1174;p163"/>
          <p:cNvSpPr txBox="1"/>
          <p:nvPr/>
        </p:nvSpPr>
        <p:spPr>
          <a:xfrm>
            <a:off x="4800600" y="4419600"/>
            <a:ext cx="3962400" cy="590550"/>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Passing the </a:t>
            </a:r>
            <a:r>
              <a:rPr b="1" i="0" lang="en-US" sz="1600" u="none">
                <a:solidFill>
                  <a:schemeClr val="dk1"/>
                </a:solidFill>
                <a:latin typeface="Courier New"/>
                <a:ea typeface="Courier New"/>
                <a:cs typeface="Courier New"/>
                <a:sym typeface="Courier New"/>
              </a:rPr>
              <a:t>bubble</a:t>
            </a:r>
            <a:r>
              <a:rPr b="0" i="0" lang="en-US" sz="1600" u="none">
                <a:solidFill>
                  <a:schemeClr val="dk1"/>
                </a:solidFill>
                <a:latin typeface="Times New Roman"/>
                <a:ea typeface="Times New Roman"/>
                <a:cs typeface="Times New Roman"/>
                <a:sym typeface="Times New Roman"/>
              </a:rPr>
              <a:t> function </a:t>
            </a:r>
            <a:r>
              <a:rPr b="1" i="0" lang="en-US" sz="1600" u="none">
                <a:solidFill>
                  <a:schemeClr val="dk1"/>
                </a:solidFill>
                <a:latin typeface="Courier New"/>
                <a:ea typeface="Courier New"/>
                <a:cs typeface="Courier New"/>
                <a:sym typeface="Courier New"/>
              </a:rPr>
              <a:t>descending</a:t>
            </a:r>
            <a:r>
              <a:rPr b="0" i="0" lang="en-US" sz="1600" u="none">
                <a:solidFill>
                  <a:schemeClr val="dk1"/>
                </a:solidFill>
                <a:latin typeface="Times New Roman"/>
                <a:ea typeface="Times New Roman"/>
                <a:cs typeface="Times New Roman"/>
                <a:sym typeface="Times New Roman"/>
              </a:rPr>
              <a:t> will point the program here</a:t>
            </a:r>
            <a:endParaRPr/>
          </a:p>
        </p:txBody>
      </p:sp>
      <p:cxnSp>
        <p:nvCxnSpPr>
          <p:cNvPr id="1175" name="Google Shape;1175;p163"/>
          <p:cNvCxnSpPr/>
          <p:nvPr/>
        </p:nvCxnSpPr>
        <p:spPr>
          <a:xfrm rot="10800000">
            <a:off x="2895600" y="4495800"/>
            <a:ext cx="19050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64"/>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82" name="Google Shape;1182;p164"/>
          <p:cNvPicPr preferRelativeResize="0"/>
          <p:nvPr/>
        </p:nvPicPr>
        <p:blipFill rotWithShape="1">
          <a:blip r:embed="rId3">
            <a:alphaModFix/>
          </a:blip>
          <a:srcRect b="0" l="0" r="0" t="0"/>
          <a:stretch/>
        </p:blipFill>
        <p:spPr>
          <a:xfrm>
            <a:off x="0" y="0"/>
            <a:ext cx="7061200" cy="3706812"/>
          </a:xfrm>
          <a:prstGeom prst="rect">
            <a:avLst/>
          </a:prstGeom>
          <a:noFill/>
          <a:ln>
            <a:noFill/>
          </a:ln>
        </p:spPr>
      </p:pic>
      <p:sp>
        <p:nvSpPr>
          <p:cNvPr id="1183" name="Google Shape;1183;p164"/>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65"/>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190" name="Google Shape;1190;p165"/>
          <p:cNvPicPr preferRelativeResize="0"/>
          <p:nvPr/>
        </p:nvPicPr>
        <p:blipFill rotWithShape="1">
          <a:blip r:embed="rId3">
            <a:alphaModFix/>
          </a:blip>
          <a:srcRect b="0" l="0" r="0" t="0"/>
          <a:stretch/>
        </p:blipFill>
        <p:spPr>
          <a:xfrm>
            <a:off x="0" y="0"/>
            <a:ext cx="7061200" cy="4378325"/>
          </a:xfrm>
          <a:prstGeom prst="rect">
            <a:avLst/>
          </a:prstGeom>
          <a:noFill/>
          <a:ln>
            <a:noFill/>
          </a:ln>
        </p:spPr>
      </p:pic>
      <p:sp>
        <p:nvSpPr>
          <p:cNvPr id="1191" name="Google Shape;1191;p165"/>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192" name="Google Shape;1192;p165"/>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fig07_28.c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(1 of 3 )</a:t>
            </a:r>
            <a:endParaRPr/>
          </a:p>
        </p:txBody>
      </p:sp>
      <p:sp>
        <p:nvSpPr>
          <p:cNvPr id="1193" name="Google Shape;1193;p165"/>
          <p:cNvSpPr txBox="1"/>
          <p:nvPr/>
        </p:nvSpPr>
        <p:spPr>
          <a:xfrm>
            <a:off x="5334000" y="3124200"/>
            <a:ext cx="26670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Array of pointers to functions</a:t>
            </a:r>
            <a:endParaRPr/>
          </a:p>
        </p:txBody>
      </p:sp>
      <p:cxnSp>
        <p:nvCxnSpPr>
          <p:cNvPr id="1194" name="Google Shape;1194;p165"/>
          <p:cNvCxnSpPr/>
          <p:nvPr/>
        </p:nvCxnSpPr>
        <p:spPr>
          <a:xfrm rot="10800000">
            <a:off x="4495800" y="2971800"/>
            <a:ext cx="838200" cy="1524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66"/>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201" name="Google Shape;1201;p166"/>
          <p:cNvPicPr preferRelativeResize="0"/>
          <p:nvPr/>
        </p:nvPicPr>
        <p:blipFill rotWithShape="1">
          <a:blip r:embed="rId3">
            <a:alphaModFix/>
          </a:blip>
          <a:srcRect b="0" l="0" r="0" t="0"/>
          <a:stretch/>
        </p:blipFill>
        <p:spPr>
          <a:xfrm>
            <a:off x="0" y="0"/>
            <a:ext cx="7061200" cy="5640387"/>
          </a:xfrm>
          <a:prstGeom prst="rect">
            <a:avLst/>
          </a:prstGeom>
          <a:noFill/>
          <a:ln>
            <a:noFill/>
          </a:ln>
        </p:spPr>
      </p:pic>
      <p:sp>
        <p:nvSpPr>
          <p:cNvPr id="1202" name="Google Shape;1202;p166"/>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203" name="Google Shape;1203;p166"/>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fig07_28.c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(2 of 3 )</a:t>
            </a:r>
            <a:endParaRPr/>
          </a:p>
        </p:txBody>
      </p:sp>
      <p:sp>
        <p:nvSpPr>
          <p:cNvPr id="1204" name="Google Shape;1204;p166"/>
          <p:cNvSpPr txBox="1"/>
          <p:nvPr/>
        </p:nvSpPr>
        <p:spPr>
          <a:xfrm>
            <a:off x="3200400" y="1143000"/>
            <a:ext cx="3962400" cy="346075"/>
          </a:xfrm>
          <a:prstGeom prst="rect">
            <a:avLst/>
          </a:prstGeom>
          <a:solidFill>
            <a:srgbClr val="F0F7F7"/>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Function called is dependent on user’s choice</a:t>
            </a:r>
            <a:endParaRPr/>
          </a:p>
        </p:txBody>
      </p:sp>
      <p:cxnSp>
        <p:nvCxnSpPr>
          <p:cNvPr id="1205" name="Google Shape;1205;p166"/>
          <p:cNvCxnSpPr/>
          <p:nvPr/>
        </p:nvCxnSpPr>
        <p:spPr>
          <a:xfrm rot="10800000">
            <a:off x="2971800" y="1143000"/>
            <a:ext cx="228600"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67"/>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pic>
        <p:nvPicPr>
          <p:cNvPr id="1212" name="Google Shape;1212;p167"/>
          <p:cNvPicPr preferRelativeResize="0"/>
          <p:nvPr/>
        </p:nvPicPr>
        <p:blipFill rotWithShape="1">
          <a:blip r:embed="rId3">
            <a:alphaModFix/>
          </a:blip>
          <a:srcRect b="0" l="0" r="0" t="0"/>
          <a:stretch/>
        </p:blipFill>
        <p:spPr>
          <a:xfrm>
            <a:off x="0" y="0"/>
            <a:ext cx="7061200" cy="3775075"/>
          </a:xfrm>
          <a:prstGeom prst="rect">
            <a:avLst/>
          </a:prstGeom>
          <a:noFill/>
          <a:ln>
            <a:noFill/>
          </a:ln>
        </p:spPr>
      </p:pic>
      <p:sp>
        <p:nvSpPr>
          <p:cNvPr id="1213" name="Google Shape;1213;p167"/>
          <p:cNvSpPr txBox="1"/>
          <p:nvPr/>
        </p:nvSpPr>
        <p:spPr>
          <a:xfrm>
            <a:off x="7086600" y="152400"/>
            <a:ext cx="2057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sng">
                <a:solidFill>
                  <a:schemeClr val="dk2"/>
                </a:solidFill>
                <a:latin typeface="Arial"/>
                <a:ea typeface="Arial"/>
                <a:cs typeface="Arial"/>
                <a:sym typeface="Arial"/>
              </a:rPr>
              <a:t>Outline</a:t>
            </a:r>
            <a:endParaRPr/>
          </a:p>
        </p:txBody>
      </p:sp>
      <p:sp>
        <p:nvSpPr>
          <p:cNvPr id="1214" name="Google Shape;1214;p167"/>
          <p:cNvSpPr txBox="1"/>
          <p:nvPr/>
        </p:nvSpPr>
        <p:spPr>
          <a:xfrm>
            <a:off x="7162800" y="1068387"/>
            <a:ext cx="1828800" cy="7524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1400"/>
              <a:buFont typeface="Droid Sans Mono"/>
              <a:buNone/>
            </a:pPr>
            <a:r>
              <a:rPr b="1" i="0" lang="en-US" sz="1400" u="none">
                <a:solidFill>
                  <a:schemeClr val="dk1"/>
                </a:solidFill>
                <a:latin typeface="Droid Sans Mono"/>
                <a:ea typeface="Droid Sans Mono"/>
                <a:cs typeface="Droid Sans Mono"/>
                <a:sym typeface="Droid Sans Mono"/>
              </a:rPr>
              <a:t>fig07_28.c</a:t>
            </a:r>
            <a:endParaRPr/>
          </a:p>
          <a:p>
            <a:pPr indent="0" lvl="0" marL="0" marR="0" rtl="0" algn="l">
              <a:lnSpc>
                <a:spcPct val="100000"/>
              </a:lnSpc>
              <a:spcBef>
                <a:spcPts val="160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(3 of 3 )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68"/>
          <p:cNvSpPr txBox="1"/>
          <p:nvPr/>
        </p:nvSpPr>
        <p:spPr>
          <a:xfrm>
            <a:off x="7010400" y="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a:solidFill>
                  <a:schemeClr val="dk1"/>
                </a:solidFill>
                <a:latin typeface="Arial"/>
                <a:ea typeface="Arial"/>
                <a:cs typeface="Arial"/>
                <a:sym typeface="Arial"/>
              </a:rPr>
              <a:t>‹#›</a:t>
            </a:fld>
            <a:endParaRPr/>
          </a:p>
        </p:txBody>
      </p:sp>
      <p:sp>
        <p:nvSpPr>
          <p:cNvPr id="1221" name="Google Shape;1221;p16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0">
            <a:noAutofit/>
          </a:bodyPr>
          <a:lstStyle/>
          <a:p>
            <a:pPr indent="0" lvl="0" marL="0" rtl="0" algn="l">
              <a:lnSpc>
                <a:spcPct val="100000"/>
              </a:lnSpc>
              <a:spcBef>
                <a:spcPts val="0"/>
              </a:spcBef>
              <a:spcAft>
                <a:spcPts val="0"/>
              </a:spcAft>
              <a:buClr>
                <a:srgbClr val="F9A75E"/>
              </a:buClr>
              <a:buSzPts val="3600"/>
              <a:buFont typeface="Arial"/>
              <a:buNone/>
            </a:pPr>
            <a:r>
              <a:rPr b="1" i="0" lang="en-US" sz="3600" u="none">
                <a:solidFill>
                  <a:srgbClr val="F9A75E"/>
                </a:solidFill>
                <a:latin typeface="Arial"/>
                <a:ea typeface="Arial"/>
                <a:cs typeface="Arial"/>
                <a:sym typeface="Arial"/>
              </a:rPr>
              <a:t>Assignment</a:t>
            </a:r>
            <a:endParaRPr/>
          </a:p>
        </p:txBody>
      </p:sp>
      <p:sp>
        <p:nvSpPr>
          <p:cNvPr id="1222" name="Google Shape;1222;p168"/>
          <p:cNvSpPr txBox="1"/>
          <p:nvPr>
            <p:ph idx="1" type="body"/>
          </p:nvPr>
        </p:nvSpPr>
        <p:spPr>
          <a:xfrm>
            <a:off x="685800" y="914400"/>
            <a:ext cx="8001000" cy="4724400"/>
          </a:xfrm>
          <a:prstGeom prst="rect">
            <a:avLst/>
          </a:prstGeom>
          <a:noFill/>
          <a:ln>
            <a:noFill/>
          </a:ln>
        </p:spPr>
        <p:txBody>
          <a:bodyPr anchorCtr="0" anchor="t" bIns="45700" lIns="91425" spcFirstLastPara="1" rIns="91425" wrap="square" tIns="45700">
            <a:noAutofit/>
          </a:bodyPr>
          <a:lstStyle/>
          <a:p>
            <a:pPr indent="-514350" lvl="0" marL="514350" rtl="0" algn="l">
              <a:lnSpc>
                <a:spcPct val="100000"/>
              </a:lnSpc>
              <a:spcBef>
                <a:spcPts val="0"/>
              </a:spcBef>
              <a:spcAft>
                <a:spcPts val="0"/>
              </a:spcAft>
              <a:buClr>
                <a:srgbClr val="4F87C6"/>
              </a:buClr>
              <a:buSzPts val="1200"/>
              <a:buFont typeface="Arial"/>
              <a:buAutoNum type="arabicPeriod"/>
            </a:pPr>
            <a:r>
              <a:rPr b="1" i="0" lang="en-US" sz="1200" u="none">
                <a:solidFill>
                  <a:srgbClr val="000000"/>
                </a:solidFill>
                <a:latin typeface="Times New Roman"/>
                <a:ea typeface="Times New Roman"/>
                <a:cs typeface="Times New Roman"/>
                <a:sym typeface="Times New Roman"/>
              </a:rPr>
              <a:t>Create a program that will create a pointer with a value of 5, then will create a pointer variable. Then display the value of the variable, value of the memory address of the variable, memory address of the pointer variable and the dereference value of the pointer variable.</a:t>
            </a:r>
            <a:endParaRPr/>
          </a:p>
          <a:p>
            <a:pPr indent="-514350" lvl="0" marL="514350" rtl="0" algn="l">
              <a:lnSpc>
                <a:spcPct val="100000"/>
              </a:lnSpc>
              <a:spcBef>
                <a:spcPts val="300"/>
              </a:spcBef>
              <a:spcAft>
                <a:spcPts val="0"/>
              </a:spcAft>
              <a:buSzPts val="1100"/>
              <a:buNone/>
            </a:pPr>
            <a:r>
              <a:rPr b="1" i="0" lang="en-US" sz="1100" u="none">
                <a:solidFill>
                  <a:srgbClr val="000000"/>
                </a:solidFill>
                <a:latin typeface="Times New Roman"/>
                <a:ea typeface="Times New Roman"/>
                <a:cs typeface="Times New Roman"/>
                <a:sym typeface="Times New Roman"/>
              </a:rPr>
              <a:t>        Example output:</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Times New Roman"/>
                <a:ea typeface="Times New Roman"/>
                <a:cs typeface="Times New Roman"/>
                <a:sym typeface="Times New Roman"/>
              </a:rPr>
              <a:t>	</a:t>
            </a:r>
            <a:r>
              <a:rPr b="1" i="0" lang="en-US" sz="1100" u="none">
                <a:solidFill>
                  <a:srgbClr val="000000"/>
                </a:solidFill>
                <a:latin typeface="Courier New"/>
                <a:ea typeface="Courier New"/>
                <a:cs typeface="Courier New"/>
                <a:sym typeface="Courier New"/>
              </a:rPr>
              <a:t>Address of num = 6356748 </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Value of num = 10 </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Address of ptr = 6356744</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Value of ptr = 6356748 </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Value pointed by ptr = 10</a:t>
            </a:r>
            <a:endParaRPr b="1" i="0" sz="1600" u="none">
              <a:solidFill>
                <a:srgbClr val="000000"/>
              </a:solidFill>
              <a:latin typeface="Times New Roman"/>
              <a:ea typeface="Times New Roman"/>
              <a:cs typeface="Times New Roman"/>
              <a:sym typeface="Times New Roman"/>
            </a:endParaRPr>
          </a:p>
          <a:p>
            <a:pPr indent="-514350" lvl="0" marL="514350" rtl="0" algn="l">
              <a:lnSpc>
                <a:spcPct val="100000"/>
              </a:lnSpc>
              <a:spcBef>
                <a:spcPts val="275"/>
              </a:spcBef>
              <a:spcAft>
                <a:spcPts val="0"/>
              </a:spcAft>
              <a:buClr>
                <a:srgbClr val="4F87C6"/>
              </a:buClr>
              <a:buSzPts val="1200"/>
              <a:buFont typeface="Arial"/>
              <a:buAutoNum type="arabicPeriod" startAt="2"/>
            </a:pPr>
            <a:r>
              <a:rPr b="1" i="0" lang="en-US" sz="1200" u="none">
                <a:solidFill>
                  <a:srgbClr val="000000"/>
                </a:solidFill>
                <a:latin typeface="Times New Roman"/>
                <a:ea typeface="Times New Roman"/>
                <a:cs typeface="Times New Roman"/>
                <a:sym typeface="Times New Roman"/>
              </a:rPr>
              <a:t>Create a program that will create an array will 5 integer values.  Let the user input values the data. Then create a pointer variable that points to the value of 1</a:t>
            </a:r>
            <a:r>
              <a:rPr b="1" baseline="30000" i="0" lang="en-US" sz="1200" u="none">
                <a:solidFill>
                  <a:srgbClr val="000000"/>
                </a:solidFill>
                <a:latin typeface="Times New Roman"/>
                <a:ea typeface="Times New Roman"/>
                <a:cs typeface="Times New Roman"/>
                <a:sym typeface="Times New Roman"/>
              </a:rPr>
              <a:t>st</a:t>
            </a:r>
            <a:r>
              <a:rPr b="1" i="0" lang="en-US" sz="1200" u="none">
                <a:solidFill>
                  <a:srgbClr val="000000"/>
                </a:solidFill>
                <a:latin typeface="Times New Roman"/>
                <a:ea typeface="Times New Roman"/>
                <a:cs typeface="Times New Roman"/>
                <a:sym typeface="Times New Roman"/>
              </a:rPr>
              <a:t> index of the array. Using pointer arithmetic print the value of the 4th index of the array, then print the value of the 2</a:t>
            </a:r>
            <a:r>
              <a:rPr b="1" baseline="30000" i="0" lang="en-US" sz="1200" u="none">
                <a:solidFill>
                  <a:srgbClr val="000000"/>
                </a:solidFill>
                <a:latin typeface="Times New Roman"/>
                <a:ea typeface="Times New Roman"/>
                <a:cs typeface="Times New Roman"/>
                <a:sym typeface="Times New Roman"/>
              </a:rPr>
              <a:t>nd</a:t>
            </a:r>
            <a:r>
              <a:rPr b="1" i="0" lang="en-US" sz="1200" u="none">
                <a:solidFill>
                  <a:srgbClr val="000000"/>
                </a:solidFill>
                <a:latin typeface="Times New Roman"/>
                <a:ea typeface="Times New Roman"/>
                <a:cs typeface="Times New Roman"/>
                <a:sym typeface="Times New Roman"/>
              </a:rPr>
              <a:t> index of the array.</a:t>
            </a:r>
            <a:endParaRPr/>
          </a:p>
          <a:p>
            <a:pPr indent="-514350" lvl="0" marL="514350" rtl="0" algn="l">
              <a:lnSpc>
                <a:spcPct val="100000"/>
              </a:lnSpc>
              <a:spcBef>
                <a:spcPts val="300"/>
              </a:spcBef>
              <a:spcAft>
                <a:spcPts val="0"/>
              </a:spcAft>
              <a:buSzPts val="1200"/>
              <a:buNone/>
            </a:pPr>
            <a:r>
              <a:rPr b="1" i="0" lang="en-US" sz="1200" u="none">
                <a:solidFill>
                  <a:srgbClr val="000000"/>
                </a:solidFill>
                <a:latin typeface="Times New Roman"/>
                <a:ea typeface="Times New Roman"/>
                <a:cs typeface="Times New Roman"/>
                <a:sym typeface="Times New Roman"/>
              </a:rPr>
              <a:t>Example output:</a:t>
            </a:r>
            <a:endParaRPr/>
          </a:p>
          <a:p>
            <a:pPr indent="-514350" lvl="0" marL="514350" rtl="0" algn="l">
              <a:lnSpc>
                <a:spcPct val="100000"/>
              </a:lnSpc>
              <a:spcBef>
                <a:spcPts val="300"/>
              </a:spcBef>
              <a:spcAft>
                <a:spcPts val="0"/>
              </a:spcAft>
              <a:buSzPts val="1200"/>
              <a:buNone/>
            </a:pPr>
            <a:r>
              <a:rPr b="1" i="0" lang="en-US" sz="1200" u="none">
                <a:solidFill>
                  <a:srgbClr val="000000"/>
                </a:solidFill>
                <a:latin typeface="Times New Roman"/>
                <a:ea typeface="Times New Roman"/>
                <a:cs typeface="Times New Roman"/>
                <a:sym typeface="Times New Roman"/>
              </a:rPr>
              <a:t>	</a:t>
            </a:r>
            <a:r>
              <a:rPr b="1" i="0" lang="en-US" sz="1100" u="none">
                <a:solidFill>
                  <a:srgbClr val="000000"/>
                </a:solidFill>
                <a:latin typeface="Courier New"/>
                <a:ea typeface="Courier New"/>
                <a:cs typeface="Courier New"/>
                <a:sym typeface="Courier New"/>
              </a:rPr>
              <a:t>Enter the 1st value of array: 25</a:t>
            </a:r>
            <a:endParaRPr/>
          </a:p>
          <a:p>
            <a:pPr indent="-514350" lvl="0" marL="514350" rtl="0" algn="l">
              <a:lnSpc>
                <a:spcPct val="100000"/>
              </a:lnSpc>
              <a:spcBef>
                <a:spcPts val="300"/>
              </a:spcBef>
              <a:spcAft>
                <a:spcPts val="0"/>
              </a:spcAft>
              <a:buSzPts val="1100"/>
              <a:buNone/>
            </a:pPr>
            <a:r>
              <a:rPr b="1" i="0" lang="en-US" sz="1100" u="none">
                <a:solidFill>
                  <a:srgbClr val="000000"/>
                </a:solidFill>
                <a:latin typeface="Courier New"/>
                <a:ea typeface="Courier New"/>
                <a:cs typeface="Courier New"/>
                <a:sym typeface="Courier New"/>
              </a:rPr>
              <a:t>	Enter the 1st value of array: 20</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Enter the 1st value of array: 19</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Enter the 1st value of array: 3</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Enter the 1st value of array: 45</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The value of 3</a:t>
            </a:r>
            <a:r>
              <a:rPr b="1" baseline="30000" i="0" lang="en-US" sz="1100" u="none">
                <a:solidFill>
                  <a:srgbClr val="000000"/>
                </a:solidFill>
                <a:latin typeface="Courier New"/>
                <a:ea typeface="Courier New"/>
                <a:cs typeface="Courier New"/>
                <a:sym typeface="Courier New"/>
              </a:rPr>
              <a:t>rd</a:t>
            </a:r>
            <a:r>
              <a:rPr b="1" i="0" lang="en-US" sz="1100" u="none">
                <a:solidFill>
                  <a:srgbClr val="000000"/>
                </a:solidFill>
                <a:latin typeface="Courier New"/>
                <a:ea typeface="Courier New"/>
                <a:cs typeface="Courier New"/>
                <a:sym typeface="Courier New"/>
              </a:rPr>
              <a:t> value of array is  3</a:t>
            </a:r>
            <a:endParaRPr/>
          </a:p>
          <a:p>
            <a:pPr indent="-514350" lvl="0" marL="514350" rtl="0" algn="l">
              <a:lnSpc>
                <a:spcPct val="100000"/>
              </a:lnSpc>
              <a:spcBef>
                <a:spcPts val="275"/>
              </a:spcBef>
              <a:spcAft>
                <a:spcPts val="0"/>
              </a:spcAft>
              <a:buSzPts val="1100"/>
              <a:buNone/>
            </a:pPr>
            <a:r>
              <a:rPr b="1" i="0" lang="en-US" sz="1100" u="none">
                <a:solidFill>
                  <a:srgbClr val="000000"/>
                </a:solidFill>
                <a:latin typeface="Courier New"/>
                <a:ea typeface="Courier New"/>
                <a:cs typeface="Courier New"/>
                <a:sym typeface="Courier New"/>
              </a:rPr>
              <a:t>	The value of 2</a:t>
            </a:r>
            <a:r>
              <a:rPr b="1" baseline="30000" i="0" lang="en-US" sz="1100" u="none">
                <a:solidFill>
                  <a:srgbClr val="000000"/>
                </a:solidFill>
                <a:latin typeface="Courier New"/>
                <a:ea typeface="Courier New"/>
                <a:cs typeface="Courier New"/>
                <a:sym typeface="Courier New"/>
              </a:rPr>
              <a:t>nd</a:t>
            </a:r>
            <a:r>
              <a:rPr b="1" i="0" lang="en-US" sz="1100" u="none">
                <a:solidFill>
                  <a:srgbClr val="000000"/>
                </a:solidFill>
                <a:latin typeface="Courier New"/>
                <a:ea typeface="Courier New"/>
                <a:cs typeface="Courier New"/>
                <a:sym typeface="Courier New"/>
              </a:rPr>
              <a:t> value is 20 </a:t>
            </a:r>
            <a:endParaRPr/>
          </a:p>
          <a:p>
            <a:pPr indent="-514350" lvl="0" marL="514350" rtl="0" algn="l">
              <a:lnSpc>
                <a:spcPct val="100000"/>
              </a:lnSpc>
              <a:spcBef>
                <a:spcPts val="275"/>
              </a:spcBef>
              <a:spcAft>
                <a:spcPts val="0"/>
              </a:spcAft>
              <a:buSzPts val="1200"/>
              <a:buNone/>
            </a:pPr>
            <a:r>
              <a:t/>
            </a:r>
            <a:endParaRPr b="1" i="0" sz="1200" u="none">
              <a:solidFill>
                <a:srgbClr val="000000"/>
              </a:solidFill>
              <a:latin typeface="Times New Roman"/>
              <a:ea typeface="Times New Roman"/>
              <a:cs typeface="Times New Roman"/>
              <a:sym typeface="Times New Roman"/>
            </a:endParaRPr>
          </a:p>
          <a:p>
            <a:pPr indent="-514350" lvl="0" marL="514350" rtl="0" algn="l">
              <a:lnSpc>
                <a:spcPct val="100000"/>
              </a:lnSpc>
              <a:spcBef>
                <a:spcPts val="300"/>
              </a:spcBef>
              <a:spcAft>
                <a:spcPts val="0"/>
              </a:spcAft>
              <a:buSzPts val="1200"/>
              <a:buNone/>
            </a:pPr>
            <a:r>
              <a:t/>
            </a:r>
            <a:endParaRPr b="1" i="0" sz="1200" u="none">
              <a:solidFill>
                <a:srgbClr val="000000"/>
              </a:solidFill>
              <a:latin typeface="Times New Roman"/>
              <a:ea typeface="Times New Roman"/>
              <a:cs typeface="Times New Roman"/>
              <a:sym typeface="Times New Roman"/>
            </a:endParaRPr>
          </a:p>
          <a:p>
            <a:pPr indent="-514350" lvl="0" marL="514350" rtl="0" algn="l">
              <a:lnSpc>
                <a:spcPct val="100000"/>
              </a:lnSpc>
              <a:spcBef>
                <a:spcPts val="300"/>
              </a:spcBef>
              <a:spcAft>
                <a:spcPts val="0"/>
              </a:spcAft>
              <a:buSzPts val="1200"/>
              <a:buNone/>
            </a:pPr>
            <a:r>
              <a:rPr b="1" i="0" lang="en-US" sz="1200" u="none">
                <a:solidFill>
                  <a:srgbClr val="000000"/>
                </a:solidFill>
                <a:latin typeface="Times New Roman"/>
                <a:ea typeface="Times New Roman"/>
                <a:cs typeface="Times New Roman"/>
                <a:sym typeface="Times New Roman"/>
              </a:rPr>
              <a:t>	</a:t>
            </a:r>
            <a:endParaRPr/>
          </a:p>
          <a:p>
            <a:pPr indent="-412750" lvl="0" marL="514350" rtl="0" algn="l">
              <a:lnSpc>
                <a:spcPct val="100000"/>
              </a:lnSpc>
              <a:spcBef>
                <a:spcPts val="300"/>
              </a:spcBef>
              <a:spcAft>
                <a:spcPts val="0"/>
              </a:spcAft>
              <a:buClr>
                <a:srgbClr val="4F87C6"/>
              </a:buClr>
              <a:buSzPts val="1600"/>
              <a:buFont typeface="Arial"/>
              <a:buNone/>
            </a:pPr>
            <a:r>
              <a:t/>
            </a:r>
            <a:endParaRPr b="1" i="0" sz="1600" u="none">
              <a:solidFill>
                <a:srgbClr val="000000"/>
              </a:solidFill>
              <a:latin typeface="Times New Roman"/>
              <a:ea typeface="Times New Roman"/>
              <a:cs typeface="Times New Roman"/>
              <a:sym typeface="Times New Roman"/>
            </a:endParaRPr>
          </a:p>
          <a:p>
            <a:pPr indent="-412750" lvl="0" marL="514350" rtl="0" algn="l">
              <a:lnSpc>
                <a:spcPct val="100000"/>
              </a:lnSpc>
              <a:spcBef>
                <a:spcPts val="400"/>
              </a:spcBef>
              <a:spcAft>
                <a:spcPts val="0"/>
              </a:spcAft>
              <a:buClr>
                <a:srgbClr val="4F87C6"/>
              </a:buClr>
              <a:buSzPts val="1600"/>
              <a:buFont typeface="Arial"/>
              <a:buNone/>
            </a:pPr>
            <a:r>
              <a:t/>
            </a:r>
            <a:endParaRPr b="1" i="0" sz="1600" u="none">
              <a:solidFill>
                <a:srgbClr val="000000"/>
              </a:solidFill>
              <a:latin typeface="Times New Roman"/>
              <a:ea typeface="Times New Roman"/>
              <a:cs typeface="Times New Roman"/>
              <a:sym typeface="Times New Roman"/>
            </a:endParaRPr>
          </a:p>
          <a:p>
            <a:pPr indent="-127000" lvl="0" marL="228600" rtl="0" algn="l">
              <a:spcBef>
                <a:spcPts val="400"/>
              </a:spcBef>
              <a:spcAft>
                <a:spcPts val="0"/>
              </a:spcAft>
              <a:buSzPts val="1600"/>
              <a:buNone/>
            </a:pPr>
            <a:r>
              <a:t/>
            </a:r>
            <a:endParaRPr b="1" i="0" sz="1600" u="non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ode">
  <a:themeElements>
    <a:clrScheme name="Co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itel_HTP_Title">
  <a:themeElements>
    <a:clrScheme name="Deitel_HTP_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Paragraphs">
  <a:themeElements>
    <a:clrScheme name="Paragraph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Figures">
  <a:themeElements>
    <a:clrScheme name="Figur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Quotes">
  <a:themeElements>
    <a:clrScheme name="Quot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Deitel_HTP_Title">
  <a:themeElements>
    <a:clrScheme name="Deitel_HTP_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Tips">
  <a:themeElements>
    <a:clrScheme name="Tip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