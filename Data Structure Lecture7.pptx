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 id="2147483661" r:id="rId6"/>
    <p:sldMasterId id="2147483662" r:id="rId7"/>
    <p:sldMasterId id="2147483663" r:id="rId8"/>
    <p:sldMasterId id="2147483664" r:id="rId9"/>
    <p:sldMasterId id="2147483665"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DA9556-1A22-4D4B-9BAE-2847C0C3A307}">
  <a:tblStyle styleId="{08DA9556-1A22-4D4B-9BAE-2847C0C3A30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9.xml"/><Relationship Id="rId42" Type="http://schemas.openxmlformats.org/officeDocument/2006/relationships/slide" Target="slides/slide31.xml"/><Relationship Id="rId41" Type="http://schemas.openxmlformats.org/officeDocument/2006/relationships/slide" Target="slides/slide30.xml"/><Relationship Id="rId44" Type="http://schemas.openxmlformats.org/officeDocument/2006/relationships/slide" Target="slides/slide33.xml"/><Relationship Id="rId43" Type="http://schemas.openxmlformats.org/officeDocument/2006/relationships/slide" Target="slides/slide32.xml"/><Relationship Id="rId46" Type="http://schemas.openxmlformats.org/officeDocument/2006/relationships/slide" Target="slides/slide35.xml"/><Relationship Id="rId45" Type="http://schemas.openxmlformats.org/officeDocument/2006/relationships/slide" Target="slides/slide3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7.xml"/><Relationship Id="rId47" Type="http://schemas.openxmlformats.org/officeDocument/2006/relationships/slide" Target="slides/slide36.xml"/><Relationship Id="rId49" Type="http://schemas.openxmlformats.org/officeDocument/2006/relationships/slide" Target="slides/slide38.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0.xml"/><Relationship Id="rId30" Type="http://schemas.openxmlformats.org/officeDocument/2006/relationships/slide" Target="slides/slide19.xml"/><Relationship Id="rId33" Type="http://schemas.openxmlformats.org/officeDocument/2006/relationships/slide" Target="slides/slide22.xml"/><Relationship Id="rId32" Type="http://schemas.openxmlformats.org/officeDocument/2006/relationships/slide" Target="slides/slide21.xml"/><Relationship Id="rId35" Type="http://schemas.openxmlformats.org/officeDocument/2006/relationships/slide" Target="slides/slide24.xml"/><Relationship Id="rId34" Type="http://schemas.openxmlformats.org/officeDocument/2006/relationships/slide" Target="slides/slide23.xml"/><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slide" Target="slides/slide28.xml"/><Relationship Id="rId38" Type="http://schemas.openxmlformats.org/officeDocument/2006/relationships/slide" Target="slides/slide27.xml"/><Relationship Id="rId20" Type="http://schemas.openxmlformats.org/officeDocument/2006/relationships/slide" Target="slides/slide9.xml"/><Relationship Id="rId22" Type="http://schemas.openxmlformats.org/officeDocument/2006/relationships/slide" Target="slides/slide11.xml"/><Relationship Id="rId21" Type="http://schemas.openxmlformats.org/officeDocument/2006/relationships/slide" Target="slides/slide10.xml"/><Relationship Id="rId24" Type="http://schemas.openxmlformats.org/officeDocument/2006/relationships/slide" Target="slides/slide13.xml"/><Relationship Id="rId23" Type="http://schemas.openxmlformats.org/officeDocument/2006/relationships/slide" Target="slides/slide12.xml"/><Relationship Id="rId26" Type="http://schemas.openxmlformats.org/officeDocument/2006/relationships/slide" Target="slides/slide15.xml"/><Relationship Id="rId25" Type="http://schemas.openxmlformats.org/officeDocument/2006/relationships/slide" Target="slides/slide14.xml"/><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51" Type="http://schemas.openxmlformats.org/officeDocument/2006/relationships/slide" Target="slides/slide40.xml"/><Relationship Id="rId50" Type="http://schemas.openxmlformats.org/officeDocument/2006/relationships/slide" Target="slides/slide39.xml"/><Relationship Id="rId53" Type="http://schemas.openxmlformats.org/officeDocument/2006/relationships/slide" Target="slides/slide42.xml"/><Relationship Id="rId52" Type="http://schemas.openxmlformats.org/officeDocument/2006/relationships/slide" Target="slides/slide41.xml"/><Relationship Id="rId11" Type="http://schemas.openxmlformats.org/officeDocument/2006/relationships/notesMaster" Target="notesMasters/notesMaster1.xml"/><Relationship Id="rId10" Type="http://schemas.openxmlformats.org/officeDocument/2006/relationships/slideMaster" Target="slideMasters/slideMaster6.xml"/><Relationship Id="rId54" Type="http://schemas.openxmlformats.org/officeDocument/2006/relationships/slide" Target="slides/slide43.xml"/><Relationship Id="rId13" Type="http://schemas.openxmlformats.org/officeDocument/2006/relationships/slide" Target="slides/slide2.xml"/><Relationship Id="rId12" Type="http://schemas.openxmlformats.org/officeDocument/2006/relationships/slide" Target="slides/slide1.xml"/><Relationship Id="rId15" Type="http://schemas.openxmlformats.org/officeDocument/2006/relationships/slide" Target="slides/slide4.xml"/><Relationship Id="rId14" Type="http://schemas.openxmlformats.org/officeDocument/2006/relationships/slide" Target="slides/slide3.xml"/><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75" name="Google Shape;275;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67" name="Google Shape;367;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73" name="Google Shape;373;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85" name="Google Shape;385;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01" name="Google Shape;401;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685800" y="1371600"/>
            <a:ext cx="7848600" cy="19272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5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 type="subTitle"/>
          </p:nvPr>
        </p:nvSpPr>
        <p:spPr>
          <a:xfrm>
            <a:off x="685800" y="3505200"/>
            <a:ext cx="6400800" cy="1752600"/>
          </a:xfrm>
          <a:prstGeom prst="rect">
            <a:avLst/>
          </a:prstGeom>
          <a:noFill/>
          <a:ln>
            <a:noFill/>
          </a:ln>
        </p:spPr>
        <p:txBody>
          <a:bodyPr anchorCtr="0" anchor="t" bIns="45700" lIns="91425" spcFirstLastPara="1" rIns="91425" wrap="square" tIns="45700">
            <a:noAutofit/>
          </a:bodyPr>
          <a:lstStyle>
            <a:lvl1pPr lvl="0" algn="l">
              <a:spcBef>
                <a:spcPts val="480"/>
              </a:spcBef>
              <a:spcAft>
                <a:spcPts val="0"/>
              </a:spcAft>
              <a:buSzPts val="2040"/>
              <a:buNone/>
              <a:defRPr>
                <a:solidFill>
                  <a:srgbClr val="55556F"/>
                </a:solidFill>
              </a:defRPr>
            </a:lvl1pPr>
            <a:lvl2pPr lvl="1" algn="ctr">
              <a:spcBef>
                <a:spcPts val="400"/>
              </a:spcBef>
              <a:spcAft>
                <a:spcPts val="0"/>
              </a:spcAft>
              <a:buSzPts val="1700"/>
              <a:buNone/>
              <a:defRPr>
                <a:solidFill>
                  <a:srgbClr val="8B8B8D"/>
                </a:solidFill>
              </a:defRPr>
            </a:lvl2pPr>
            <a:lvl3pPr lvl="2" algn="ctr">
              <a:spcBef>
                <a:spcPts val="360"/>
              </a:spcBef>
              <a:spcAft>
                <a:spcPts val="0"/>
              </a:spcAft>
              <a:buSzPts val="1620"/>
              <a:buNone/>
              <a:defRPr>
                <a:solidFill>
                  <a:srgbClr val="8B8B8D"/>
                </a:solidFill>
              </a:defRPr>
            </a:lvl3pPr>
            <a:lvl4pPr lvl="3" algn="ctr">
              <a:spcBef>
                <a:spcPts val="320"/>
              </a:spcBef>
              <a:spcAft>
                <a:spcPts val="0"/>
              </a:spcAft>
              <a:buSzPts val="1600"/>
              <a:buNone/>
              <a:defRPr>
                <a:solidFill>
                  <a:srgbClr val="8B8B8D"/>
                </a:solidFill>
              </a:defRPr>
            </a:lvl4pPr>
            <a:lvl5pPr lvl="4" algn="ctr">
              <a:spcBef>
                <a:spcPts val="280"/>
              </a:spcBef>
              <a:spcAft>
                <a:spcPts val="0"/>
              </a:spcAft>
              <a:buSzPts val="1400"/>
              <a:buNone/>
              <a:defRPr>
                <a:solidFill>
                  <a:srgbClr val="8B8B8D"/>
                </a:solidFill>
              </a:defRPr>
            </a:lvl5pPr>
            <a:lvl6pPr lvl="5" algn="ctr">
              <a:spcBef>
                <a:spcPts val="260"/>
              </a:spcBef>
              <a:spcAft>
                <a:spcPts val="0"/>
              </a:spcAft>
              <a:buSzPts val="1300"/>
              <a:buNone/>
              <a:defRPr>
                <a:solidFill>
                  <a:srgbClr val="8B8B8D"/>
                </a:solidFill>
              </a:defRPr>
            </a:lvl6pPr>
            <a:lvl7pPr lvl="6" algn="ctr">
              <a:spcBef>
                <a:spcPts val="260"/>
              </a:spcBef>
              <a:spcAft>
                <a:spcPts val="0"/>
              </a:spcAft>
              <a:buSzPts val="1300"/>
              <a:buNone/>
              <a:defRPr>
                <a:solidFill>
                  <a:srgbClr val="8B8B8D"/>
                </a:solidFill>
              </a:defRPr>
            </a:lvl7pPr>
            <a:lvl8pPr lvl="7" algn="ctr">
              <a:spcBef>
                <a:spcPts val="260"/>
              </a:spcBef>
              <a:spcAft>
                <a:spcPts val="0"/>
              </a:spcAft>
              <a:buSzPts val="1300"/>
              <a:buNone/>
              <a:defRPr>
                <a:solidFill>
                  <a:srgbClr val="8B8B8D"/>
                </a:solidFill>
              </a:defRPr>
            </a:lvl8pPr>
            <a:lvl9pPr lvl="8" algn="ctr">
              <a:spcBef>
                <a:spcPts val="260"/>
              </a:spcBef>
              <a:spcAft>
                <a:spcPts val="0"/>
              </a:spcAft>
              <a:buSzPts val="1300"/>
              <a:buNone/>
              <a:defRPr>
                <a:solidFill>
                  <a:srgbClr val="8B8B8D"/>
                </a:solidFill>
              </a:defRPr>
            </a:lvl9pPr>
          </a:lstStyle>
          <a:p/>
        </p:txBody>
      </p:sp>
      <p:sp>
        <p:nvSpPr>
          <p:cNvPr id="21" name="Google Shape;21;p2"/>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 name="Shape 32"/>
        <p:cNvGrpSpPr/>
        <p:nvPr/>
      </p:nvGrpSpPr>
      <p:grpSpPr>
        <a:xfrm>
          <a:off x="0" y="0"/>
          <a:ext cx="0" cy="0"/>
          <a:chOff x="0" y="0"/>
          <a:chExt cx="0" cy="0"/>
        </a:xfrm>
      </p:grpSpPr>
      <p:sp>
        <p:nvSpPr>
          <p:cNvPr id="33" name="Google Shape;33;p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5" name="Google Shape;35;p4"/>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 name="Shape 38"/>
        <p:cNvGrpSpPr/>
        <p:nvPr/>
      </p:nvGrpSpPr>
      <p:grpSpPr>
        <a:xfrm>
          <a:off x="0" y="0"/>
          <a:ext cx="0" cy="0"/>
          <a:chOff x="0" y="0"/>
          <a:chExt cx="0" cy="0"/>
        </a:xfrm>
      </p:grpSpPr>
      <p:sp>
        <p:nvSpPr>
          <p:cNvPr id="39" name="Google Shape;39;p5"/>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2" name="Shape 42"/>
        <p:cNvGrpSpPr/>
        <p:nvPr/>
      </p:nvGrpSpPr>
      <p:grpSpPr>
        <a:xfrm>
          <a:off x="0" y="0"/>
          <a:ext cx="0" cy="0"/>
          <a:chOff x="0" y="0"/>
          <a:chExt cx="0" cy="0"/>
        </a:xfrm>
      </p:grpSpPr>
      <p:sp>
        <p:nvSpPr>
          <p:cNvPr id="43" name="Google Shape;43;p6"/>
          <p:cNvSpPr txBox="1"/>
          <p:nvPr>
            <p:ph type="title"/>
          </p:nvPr>
        </p:nvSpPr>
        <p:spPr>
          <a:xfrm rot="5400000">
            <a:off x="4724400" y="2514600"/>
            <a:ext cx="5867400"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 type="body"/>
          </p:nvPr>
        </p:nvSpPr>
        <p:spPr>
          <a:xfrm rot="5400000">
            <a:off x="533400" y="533400"/>
            <a:ext cx="5867400" cy="6019800"/>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5" name="Google Shape;45;p6"/>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8" name="Shape 48"/>
        <p:cNvGrpSpPr/>
        <p:nvPr/>
      </p:nvGrpSpPr>
      <p:grpSpPr>
        <a:xfrm>
          <a:off x="0" y="0"/>
          <a:ext cx="0" cy="0"/>
          <a:chOff x="0" y="0"/>
          <a:chExt cx="0" cy="0"/>
        </a:xfrm>
      </p:grpSpPr>
      <p:sp>
        <p:nvSpPr>
          <p:cNvPr id="49" name="Google Shape;49;p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 type="body"/>
          </p:nvPr>
        </p:nvSpPr>
        <p:spPr>
          <a:xfrm rot="5400000">
            <a:off x="2133600" y="-76200"/>
            <a:ext cx="4876800" cy="8229600"/>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1" name="Google Shape;51;p7"/>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4" name="Shape 54"/>
        <p:cNvGrpSpPr/>
        <p:nvPr/>
      </p:nvGrpSpPr>
      <p:grpSpPr>
        <a:xfrm>
          <a:off x="0" y="0"/>
          <a:ext cx="0" cy="0"/>
          <a:chOff x="0" y="0"/>
          <a:chExt cx="0" cy="0"/>
        </a:xfrm>
      </p:grpSpPr>
      <p:sp>
        <p:nvSpPr>
          <p:cNvPr id="55" name="Google Shape;55;p8"/>
          <p:cNvSpPr txBox="1"/>
          <p:nvPr>
            <p:ph type="title"/>
          </p:nvPr>
        </p:nvSpPr>
        <p:spPr>
          <a:xfrm>
            <a:off x="457200" y="792480"/>
            <a:ext cx="2142680" cy="126492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SzPts val="1400"/>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p:nvPr>
            <p:ph idx="2" type="pic"/>
          </p:nvPr>
        </p:nvSpPr>
        <p:spPr>
          <a:xfrm>
            <a:off x="2858610" y="838201"/>
            <a:ext cx="5904390" cy="5500456"/>
          </a:xfrm>
          <a:prstGeom prst="rect">
            <a:avLst/>
          </a:prstGeom>
          <a:solidFill>
            <a:schemeClr val="lt2"/>
          </a:solidFill>
          <a:ln cap="flat" cmpd="sng" w="76200">
            <a:solidFill>
              <a:srgbClr val="FFFFFF"/>
            </a:solidFill>
            <a:prstDash val="solid"/>
            <a:miter lim="800000"/>
            <a:headEnd len="sm" w="sm" type="none"/>
            <a:tailEnd len="sm" w="sm" type="none"/>
          </a:ln>
          <a:effectLst>
            <a:outerShdw blurRad="50800" rotWithShape="0" algn="t" dir="5400000" dist="12700">
              <a:srgbClr val="000000">
                <a:alpha val="58823"/>
              </a:srgbClr>
            </a:outerShdw>
          </a:effectLst>
        </p:spPr>
        <p:txBody>
          <a:bodyPr anchorCtr="0" anchor="t" bIns="45700" lIns="91425" spcFirstLastPara="1" rIns="91425" wrap="square" tIns="45700">
            <a:noAutofit/>
          </a:bodyPr>
          <a:lstStyle>
            <a:lvl1pPr lvl="0" marR="0" rtl="0" algn="l">
              <a:spcBef>
                <a:spcPts val="640"/>
              </a:spcBef>
              <a:spcAft>
                <a:spcPts val="0"/>
              </a:spcAft>
              <a:buClr>
                <a:schemeClr val="accent1"/>
              </a:buClr>
              <a:buSzPts val="2720"/>
              <a:buFont typeface="Arial"/>
              <a:buNone/>
              <a:defRPr sz="3200">
                <a:solidFill>
                  <a:schemeClr val="dk1"/>
                </a:solidFill>
                <a:latin typeface="Arial"/>
                <a:ea typeface="Arial"/>
                <a:cs typeface="Arial"/>
                <a:sym typeface="Arial"/>
              </a:defRPr>
            </a:lvl1pPr>
            <a:lvl2pPr lvl="1" marR="0" rtl="0" algn="l">
              <a:spcBef>
                <a:spcPts val="560"/>
              </a:spcBef>
              <a:spcAft>
                <a:spcPts val="0"/>
              </a:spcAft>
              <a:buClr>
                <a:schemeClr val="accent1"/>
              </a:buClr>
              <a:buSzPts val="2380"/>
              <a:buFont typeface="Arial"/>
              <a:buNone/>
              <a:defRPr b="0" i="0" sz="2800" u="none" cap="none" strike="noStrike">
                <a:solidFill>
                  <a:schemeClr val="dk1"/>
                </a:solidFill>
                <a:latin typeface="Arial"/>
                <a:ea typeface="Arial"/>
                <a:cs typeface="Arial"/>
                <a:sym typeface="Arial"/>
              </a:defRPr>
            </a:lvl2pPr>
            <a:lvl3pPr lvl="2" marR="0" rtl="0" algn="l">
              <a:spcBef>
                <a:spcPts val="480"/>
              </a:spcBef>
              <a:spcAft>
                <a:spcPts val="0"/>
              </a:spcAft>
              <a:buClr>
                <a:schemeClr val="accent1"/>
              </a:buClr>
              <a:buSzPts val="2160"/>
              <a:buFont typeface="Arial"/>
              <a:buNone/>
              <a:defRPr b="0" i="0" sz="2400" u="none" cap="none" strike="noStrike">
                <a:solidFill>
                  <a:schemeClr val="dk1"/>
                </a:solidFill>
                <a:latin typeface="Arial"/>
                <a:ea typeface="Arial"/>
                <a:cs typeface="Arial"/>
                <a:sym typeface="Arial"/>
              </a:defRPr>
            </a:lvl3pPr>
            <a:lvl4pPr lvl="3" marR="0" rtl="0" algn="l">
              <a:spcBef>
                <a:spcPts val="400"/>
              </a:spcBef>
              <a:spcAft>
                <a:spcPts val="0"/>
              </a:spcAft>
              <a:buClr>
                <a:schemeClr val="accent1"/>
              </a:buClr>
              <a:buSzPts val="2000"/>
              <a:buFont typeface="Arial"/>
              <a:buNone/>
              <a:defRPr b="0" i="0" sz="2000" u="none" cap="none" strike="noStrike">
                <a:solidFill>
                  <a:schemeClr val="dk1"/>
                </a:solidFill>
                <a:latin typeface="Arial"/>
                <a:ea typeface="Arial"/>
                <a:cs typeface="Arial"/>
                <a:sym typeface="Arial"/>
              </a:defRPr>
            </a:lvl4pPr>
            <a:lvl5pPr lvl="4" marR="0" rtl="0" algn="l">
              <a:spcBef>
                <a:spcPts val="400"/>
              </a:spcBef>
              <a:spcAft>
                <a:spcPts val="0"/>
              </a:spcAft>
              <a:buClr>
                <a:schemeClr val="accent1"/>
              </a:buClr>
              <a:buSzPts val="2000"/>
              <a:buFont typeface="Arial"/>
              <a:buNone/>
              <a:defRPr b="0" i="0" sz="2000" u="none" cap="none" strike="noStrike">
                <a:solidFill>
                  <a:schemeClr val="dk1"/>
                </a:solidFill>
                <a:latin typeface="Arial"/>
                <a:ea typeface="Arial"/>
                <a:cs typeface="Arial"/>
                <a:sym typeface="Arial"/>
              </a:defRPr>
            </a:lvl5pPr>
            <a:lvl6pPr lvl="5" marR="0" rtl="0" algn="l">
              <a:spcBef>
                <a:spcPts val="400"/>
              </a:spcBef>
              <a:spcAft>
                <a:spcPts val="0"/>
              </a:spcAft>
              <a:buClr>
                <a:schemeClr val="accent1"/>
              </a:buClr>
              <a:buSzPts val="2000"/>
              <a:buFont typeface="Arial"/>
              <a:buNone/>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accent1"/>
              </a:buClr>
              <a:buSzPts val="2000"/>
              <a:buFont typeface="Arial"/>
              <a:buNone/>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accent1"/>
              </a:buClr>
              <a:buSzPts val="2000"/>
              <a:buFont typeface="Arial"/>
              <a:buNone/>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accent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8"/>
          <p:cNvSpPr txBox="1"/>
          <p:nvPr>
            <p:ph idx="1" type="body"/>
          </p:nvPr>
        </p:nvSpPr>
        <p:spPr>
          <a:xfrm>
            <a:off x="457200" y="2133600"/>
            <a:ext cx="2139696" cy="4242816"/>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58" name="Google Shape;58;p8"/>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9"/>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6" name="Shape 66"/>
        <p:cNvGrpSpPr/>
        <p:nvPr/>
      </p:nvGrpSpPr>
      <p:grpSpPr>
        <a:xfrm>
          <a:off x="0" y="0"/>
          <a:ext cx="0" cy="0"/>
          <a:chOff x="0" y="0"/>
          <a:chExt cx="0" cy="0"/>
        </a:xfrm>
      </p:grpSpPr>
      <p:sp>
        <p:nvSpPr>
          <p:cNvPr id="67" name="Google Shape;67;p1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 type="body"/>
          </p:nvPr>
        </p:nvSpPr>
        <p:spPr>
          <a:xfrm>
            <a:off x="457200" y="1673352"/>
            <a:ext cx="4038600" cy="4718304"/>
          </a:xfrm>
          <a:prstGeom prst="rect">
            <a:avLst/>
          </a:prstGeom>
          <a:noFill/>
          <a:ln>
            <a:noFill/>
          </a:ln>
        </p:spPr>
        <p:txBody>
          <a:bodyPr anchorCtr="0" anchor="t" bIns="45700" lIns="91425" spcFirstLastPara="1" rIns="91425" wrap="square" tIns="45700">
            <a:no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69" name="Google Shape;69;p10"/>
          <p:cNvSpPr txBox="1"/>
          <p:nvPr>
            <p:ph idx="2" type="body"/>
          </p:nvPr>
        </p:nvSpPr>
        <p:spPr>
          <a:xfrm>
            <a:off x="4648200" y="1673352"/>
            <a:ext cx="4038600" cy="4718304"/>
          </a:xfrm>
          <a:prstGeom prst="rect">
            <a:avLst/>
          </a:prstGeom>
          <a:noFill/>
          <a:ln>
            <a:noFill/>
          </a:ln>
        </p:spPr>
        <p:txBody>
          <a:bodyPr anchorCtr="0" anchor="t" bIns="45700" lIns="91425" spcFirstLastPara="1" rIns="91425" wrap="square" tIns="45700">
            <a:no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70" name="Google Shape;70;p10"/>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0"/>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81" name="Shape 81"/>
        <p:cNvGrpSpPr/>
        <p:nvPr/>
      </p:nvGrpSpPr>
      <p:grpSpPr>
        <a:xfrm>
          <a:off x="0" y="0"/>
          <a:ext cx="0" cy="0"/>
          <a:chOff x="0" y="0"/>
          <a:chExt cx="0" cy="0"/>
        </a:xfrm>
      </p:grpSpPr>
      <p:sp>
        <p:nvSpPr>
          <p:cNvPr id="82" name="Google Shape;82;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 type="body"/>
          </p:nvPr>
        </p:nvSpPr>
        <p:spPr>
          <a:xfrm>
            <a:off x="457200" y="1600202"/>
            <a:ext cx="4038600" cy="4525963"/>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12"/>
          <p:cNvSpPr txBox="1"/>
          <p:nvPr>
            <p:ph idx="2" type="body"/>
          </p:nvPr>
        </p:nvSpPr>
        <p:spPr>
          <a:xfrm>
            <a:off x="4648200" y="1600202"/>
            <a:ext cx="4038600" cy="4525963"/>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5" name="Google Shape;85;p12"/>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2"/>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2"/>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7" name="Shape 97"/>
        <p:cNvGrpSpPr/>
        <p:nvPr/>
      </p:nvGrpSpPr>
      <p:grpSpPr>
        <a:xfrm>
          <a:off x="0" y="0"/>
          <a:ext cx="0" cy="0"/>
          <a:chOff x="0" y="0"/>
          <a:chExt cx="0" cy="0"/>
        </a:xfrm>
      </p:grpSpPr>
      <p:sp>
        <p:nvSpPr>
          <p:cNvPr id="98" name="Google Shape;98;p14"/>
          <p:cNvSpPr txBox="1"/>
          <p:nvPr>
            <p:ph type="title"/>
          </p:nvPr>
        </p:nvSpPr>
        <p:spPr>
          <a:xfrm>
            <a:off x="722313" y="2362200"/>
            <a:ext cx="7772400" cy="220027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SzPts val="1400"/>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4"/>
          <p:cNvSpPr txBox="1"/>
          <p:nvPr>
            <p:ph idx="1" type="body"/>
          </p:nvPr>
        </p:nvSpPr>
        <p:spPr>
          <a:xfrm>
            <a:off x="722313" y="4626864"/>
            <a:ext cx="7772400" cy="1500187"/>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SzPts val="2040"/>
              <a:buNone/>
              <a:defRPr sz="2400">
                <a:solidFill>
                  <a:schemeClr val="lt2"/>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440"/>
              <a:buNone/>
              <a:defRPr sz="1600">
                <a:solidFill>
                  <a:schemeClr val="lt1"/>
                </a:solidFill>
              </a:defRPr>
            </a:lvl3pPr>
            <a:lvl4pPr indent="-228600" lvl="3" marL="1828800" algn="l">
              <a:spcBef>
                <a:spcPts val="280"/>
              </a:spcBef>
              <a:spcAft>
                <a:spcPts val="0"/>
              </a:spcAft>
              <a:buSzPts val="1400"/>
              <a:buNone/>
              <a:defRPr sz="1400">
                <a:solidFill>
                  <a:schemeClr val="lt1"/>
                </a:solidFill>
              </a:defRPr>
            </a:lvl4pPr>
            <a:lvl5pPr indent="-228600" lvl="4" marL="2286000" algn="l">
              <a:spcBef>
                <a:spcPts val="280"/>
              </a:spcBef>
              <a:spcAft>
                <a:spcPts val="0"/>
              </a:spcAft>
              <a:buSzPts val="1400"/>
              <a:buNone/>
              <a:defRPr sz="1400">
                <a:solidFill>
                  <a:schemeClr val="lt1"/>
                </a:solidFill>
              </a:defRPr>
            </a:lvl5pPr>
            <a:lvl6pPr indent="-228600" lvl="5" marL="2743200" algn="l">
              <a:spcBef>
                <a:spcPts val="280"/>
              </a:spcBef>
              <a:spcAft>
                <a:spcPts val="0"/>
              </a:spcAft>
              <a:buSzPts val="1400"/>
              <a:buNone/>
              <a:defRPr sz="1400">
                <a:solidFill>
                  <a:schemeClr val="lt1"/>
                </a:solidFill>
              </a:defRPr>
            </a:lvl6pPr>
            <a:lvl7pPr indent="-228600" lvl="6" marL="3200400" algn="l">
              <a:spcBef>
                <a:spcPts val="280"/>
              </a:spcBef>
              <a:spcAft>
                <a:spcPts val="0"/>
              </a:spcAft>
              <a:buSzPts val="1400"/>
              <a:buNone/>
              <a:defRPr sz="1400">
                <a:solidFill>
                  <a:schemeClr val="lt1"/>
                </a:solidFill>
              </a:defRPr>
            </a:lvl7pPr>
            <a:lvl8pPr indent="-228600" lvl="7" marL="3657600" algn="l">
              <a:spcBef>
                <a:spcPts val="280"/>
              </a:spcBef>
              <a:spcAft>
                <a:spcPts val="0"/>
              </a:spcAft>
              <a:buSzPts val="1400"/>
              <a:buNone/>
              <a:defRPr sz="1400">
                <a:solidFill>
                  <a:schemeClr val="lt1"/>
                </a:solidFill>
              </a:defRPr>
            </a:lvl8pPr>
            <a:lvl9pPr indent="-228600" lvl="8" marL="4114800" algn="l">
              <a:spcBef>
                <a:spcPts val="280"/>
              </a:spcBef>
              <a:spcAft>
                <a:spcPts val="0"/>
              </a:spcAft>
              <a:buSzPts val="1400"/>
              <a:buNone/>
              <a:defRPr sz="1400">
                <a:solidFill>
                  <a:schemeClr val="lt1"/>
                </a:solidFill>
              </a:defRPr>
            </a:lvl9pPr>
          </a:lstStyle>
          <a:p/>
        </p:txBody>
      </p:sp>
      <p:sp>
        <p:nvSpPr>
          <p:cNvPr id="100" name="Google Shape;100;p14"/>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4"/>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4"/>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2" name="Shape 112"/>
        <p:cNvGrpSpPr/>
        <p:nvPr/>
      </p:nvGrpSpPr>
      <p:grpSpPr>
        <a:xfrm>
          <a:off x="0" y="0"/>
          <a:ext cx="0" cy="0"/>
          <a:chOff x="0" y="0"/>
          <a:chExt cx="0" cy="0"/>
        </a:xfrm>
      </p:grpSpPr>
      <p:sp>
        <p:nvSpPr>
          <p:cNvPr id="113" name="Google Shape;113;p1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6"/>
          <p:cNvSpPr txBox="1"/>
          <p:nvPr>
            <p:ph idx="1" type="body"/>
          </p:nvPr>
        </p:nvSpPr>
        <p:spPr>
          <a:xfrm>
            <a:off x="45720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115" name="Google Shape;115;p16"/>
          <p:cNvSpPr txBox="1"/>
          <p:nvPr>
            <p:ph idx="2" type="body"/>
          </p:nvPr>
        </p:nvSpPr>
        <p:spPr>
          <a:xfrm>
            <a:off x="457200" y="2438400"/>
            <a:ext cx="3931920" cy="3951288"/>
          </a:xfrm>
          <a:prstGeom prst="rect">
            <a:avLst/>
          </a:prstGeom>
          <a:noFill/>
          <a:ln>
            <a:noFill/>
          </a:ln>
        </p:spPr>
        <p:txBody>
          <a:bodyPr anchorCtr="0" anchor="t" bIns="45700" lIns="91425" spcFirstLastPara="1" rIns="91425" wrap="square" tIns="45700">
            <a:no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69"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116" name="Google Shape;116;p16"/>
          <p:cNvSpPr txBox="1"/>
          <p:nvPr>
            <p:ph idx="3" type="body"/>
          </p:nvPr>
        </p:nvSpPr>
        <p:spPr>
          <a:xfrm>
            <a:off x="475488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latin typeface="Arial"/>
                <a:ea typeface="Arial"/>
                <a:cs typeface="Arial"/>
                <a:sym typeface="Aria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117" name="Google Shape;117;p16"/>
          <p:cNvSpPr txBox="1"/>
          <p:nvPr>
            <p:ph idx="4" type="body"/>
          </p:nvPr>
        </p:nvSpPr>
        <p:spPr>
          <a:xfrm>
            <a:off x="4754880" y="2438400"/>
            <a:ext cx="3931920" cy="3951288"/>
          </a:xfrm>
          <a:prstGeom prst="rect">
            <a:avLst/>
          </a:prstGeom>
          <a:noFill/>
          <a:ln>
            <a:noFill/>
          </a:ln>
        </p:spPr>
        <p:txBody>
          <a:bodyPr anchorCtr="0" anchor="t" bIns="45700" lIns="91425" spcFirstLastPara="1" rIns="91425" wrap="square" tIns="45700">
            <a:no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69"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118" name="Google Shape;118;p16"/>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16"/>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6"/>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0" name="Shape 130"/>
        <p:cNvGrpSpPr/>
        <p:nvPr/>
      </p:nvGrpSpPr>
      <p:grpSpPr>
        <a:xfrm>
          <a:off x="0" y="0"/>
          <a:ext cx="0" cy="0"/>
          <a:chOff x="0" y="0"/>
          <a:chExt cx="0" cy="0"/>
        </a:xfrm>
      </p:grpSpPr>
      <p:sp>
        <p:nvSpPr>
          <p:cNvPr id="131" name="Google Shape;131;p18"/>
          <p:cNvSpPr txBox="1"/>
          <p:nvPr>
            <p:ph type="title"/>
          </p:nvPr>
        </p:nvSpPr>
        <p:spPr>
          <a:xfrm>
            <a:off x="457200" y="792080"/>
            <a:ext cx="2139696" cy="126187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8"/>
          <p:cNvSpPr txBox="1"/>
          <p:nvPr>
            <p:ph idx="1" type="body"/>
          </p:nvPr>
        </p:nvSpPr>
        <p:spPr>
          <a:xfrm>
            <a:off x="2971800" y="792080"/>
            <a:ext cx="5715000" cy="5577840"/>
          </a:xfrm>
          <a:prstGeom prst="rect">
            <a:avLst/>
          </a:prstGeom>
          <a:noFill/>
          <a:ln>
            <a:noFill/>
          </a:ln>
        </p:spPr>
        <p:txBody>
          <a:bodyPr anchorCtr="0" anchor="t" bIns="45700" lIns="91425" spcFirstLastPara="1" rIns="91425" wrap="square" tIns="45700">
            <a:noAutofit/>
          </a:bodyPr>
          <a:lstStyle>
            <a:lvl1pPr indent="-401320" lvl="0" marL="457200" algn="l">
              <a:spcBef>
                <a:spcPts val="640"/>
              </a:spcBef>
              <a:spcAft>
                <a:spcPts val="0"/>
              </a:spcAft>
              <a:buSzPts val="2720"/>
              <a:buChar char="•"/>
              <a:defRPr sz="3200"/>
            </a:lvl1pPr>
            <a:lvl2pPr indent="-379730" lvl="1" marL="914400" algn="l">
              <a:spcBef>
                <a:spcPts val="560"/>
              </a:spcBef>
              <a:spcAft>
                <a:spcPts val="0"/>
              </a:spcAft>
              <a:buSzPts val="2380"/>
              <a:buChar char="•"/>
              <a:defRPr sz="2800"/>
            </a:lvl2pPr>
            <a:lvl3pPr indent="-365760" lvl="2" marL="1371600" algn="l">
              <a:spcBef>
                <a:spcPts val="480"/>
              </a:spcBef>
              <a:spcAft>
                <a:spcPts val="0"/>
              </a:spcAft>
              <a:buSzPts val="216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SzPts val="2000"/>
              <a:buChar char="•"/>
              <a:defRPr sz="2000"/>
            </a:lvl6pPr>
            <a:lvl7pPr indent="-355600" lvl="6" marL="3200400" algn="l">
              <a:spcBef>
                <a:spcPts val="400"/>
              </a:spcBef>
              <a:spcAft>
                <a:spcPts val="0"/>
              </a:spcAft>
              <a:buSzPts val="2000"/>
              <a:buChar char="•"/>
              <a:defRPr sz="2000"/>
            </a:lvl7pPr>
            <a:lvl8pPr indent="-355600" lvl="7" marL="3657600" algn="l">
              <a:spcBef>
                <a:spcPts val="400"/>
              </a:spcBef>
              <a:spcAft>
                <a:spcPts val="0"/>
              </a:spcAft>
              <a:buSzPts val="2000"/>
              <a:buChar char="•"/>
              <a:defRPr sz="2000"/>
            </a:lvl8pPr>
            <a:lvl9pPr indent="-355600" lvl="8" marL="4114800" algn="l">
              <a:spcBef>
                <a:spcPts val="400"/>
              </a:spcBef>
              <a:spcAft>
                <a:spcPts val="0"/>
              </a:spcAft>
              <a:buSzPts val="2000"/>
              <a:buChar char="•"/>
              <a:defRPr sz="2000"/>
            </a:lvl9pPr>
          </a:lstStyle>
          <a:p/>
        </p:txBody>
      </p:sp>
      <p:sp>
        <p:nvSpPr>
          <p:cNvPr id="133" name="Google Shape;133;p18"/>
          <p:cNvSpPr txBox="1"/>
          <p:nvPr>
            <p:ph idx="2" type="body"/>
          </p:nvPr>
        </p:nvSpPr>
        <p:spPr>
          <a:xfrm>
            <a:off x="457201" y="2130552"/>
            <a:ext cx="2139696" cy="4243615"/>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134" name="Google Shape;134;p18"/>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8"/>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8"/>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6.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7.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4.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nvSpPr>
        <p:spPr>
          <a:xfrm>
            <a:off x="0" y="220662"/>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 name="Google Shape;11;p1"/>
          <p:cNvSpPr txBox="1"/>
          <p:nvPr/>
        </p:nvSpPr>
        <p:spPr>
          <a:xfrm>
            <a:off x="0" y="0"/>
            <a:ext cx="9144000" cy="3651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2" name="Google Shape;12;p1"/>
          <p:cNvCxnSpPr/>
          <p:nvPr/>
        </p:nvCxnSpPr>
        <p:spPr>
          <a:xfrm>
            <a:off x="685800" y="3398837"/>
            <a:ext cx="7848600" cy="1587"/>
          </a:xfrm>
          <a:prstGeom prst="straightConnector1">
            <a:avLst/>
          </a:prstGeom>
          <a:noFill/>
          <a:ln cap="flat" cmpd="sng" w="19050">
            <a:solidFill>
              <a:schemeClr val="dk2"/>
            </a:solidFill>
            <a:prstDash val="solid"/>
            <a:miter lim="800000"/>
            <a:headEnd len="med" w="med" type="none"/>
            <a:tailEnd len="med" w="med" type="none"/>
          </a:ln>
        </p:spPr>
      </p:cxnSp>
      <p:sp>
        <p:nvSpPr>
          <p:cNvPr id="13" name="Google Shape;13;p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40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4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0" i="0" sz="4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0" i="0" sz="4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0" i="0" sz="4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0" i="0" sz="4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0" i="0" sz="4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0" i="0" sz="4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0" i="0" sz="4000" u="none" cap="none" strike="noStrike">
                <a:solidFill>
                  <a:schemeClr val="dk2"/>
                </a:solidFill>
                <a:latin typeface="Arial"/>
                <a:ea typeface="Arial"/>
                <a:cs typeface="Arial"/>
                <a:sym typeface="Arial"/>
              </a:defRPr>
            </a:lvl9pPr>
          </a:lstStyle>
          <a:p/>
        </p:txBody>
      </p:sp>
      <p:sp>
        <p:nvSpPr>
          <p:cNvPr id="14" name="Google Shape;14;p1"/>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lvl1pPr indent="-358140" lvl="0" marL="457200" marR="0" rtl="0" algn="l">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rtl="0" algn="l">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rtl="0" algn="l">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15" name="Google Shape;15;p1"/>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FFFFFF"/>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 name="Google Shape;16;p1"/>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 name="Google Shape;17;p1"/>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b="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 name="Shape 24"/>
        <p:cNvGrpSpPr/>
        <p:nvPr/>
      </p:nvGrpSpPr>
      <p:grpSpPr>
        <a:xfrm>
          <a:off x="0" y="0"/>
          <a:ext cx="0" cy="0"/>
          <a:chOff x="0" y="0"/>
          <a:chExt cx="0" cy="0"/>
        </a:xfrm>
      </p:grpSpPr>
      <p:sp>
        <p:nvSpPr>
          <p:cNvPr id="25" name="Google Shape;25;p3"/>
          <p:cNvSpPr txBox="1"/>
          <p:nvPr/>
        </p:nvSpPr>
        <p:spPr>
          <a:xfrm>
            <a:off x="0" y="220662"/>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 name="Google Shape;26;p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40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4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0" i="0" sz="4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0" i="0" sz="4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0" i="0" sz="4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0" i="0" sz="4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0" i="0" sz="4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0" i="0" sz="4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0" i="0" sz="4000" u="none" cap="none" strike="noStrike">
                <a:solidFill>
                  <a:schemeClr val="dk2"/>
                </a:solidFill>
                <a:latin typeface="Arial"/>
                <a:ea typeface="Arial"/>
                <a:cs typeface="Arial"/>
                <a:sym typeface="Arial"/>
              </a:defRPr>
            </a:lvl9pPr>
          </a:lstStyle>
          <a:p/>
        </p:txBody>
      </p:sp>
      <p:sp>
        <p:nvSpPr>
          <p:cNvPr id="27" name="Google Shape;27;p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lvl1pPr indent="-358140" lvl="0" marL="457200" marR="0" rtl="0" algn="l">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rtl="0" algn="l">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rtl="0" algn="l">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28" name="Google Shape;28;p3"/>
          <p:cNvSpPr txBox="1"/>
          <p:nvPr/>
        </p:nvSpPr>
        <p:spPr>
          <a:xfrm>
            <a:off x="0" y="0"/>
            <a:ext cx="9144000" cy="3651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 name="Google Shape;29;p3"/>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FFFFFF"/>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0" name="Google Shape;30;p3"/>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 name="Google Shape;31;p3"/>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b="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p11"/>
          <p:cNvSpPr txBox="1"/>
          <p:nvPr/>
        </p:nvSpPr>
        <p:spPr>
          <a:xfrm>
            <a:off x="0" y="220662"/>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5" name="Google Shape;75;p11"/>
          <p:cNvSpPr txBox="1"/>
          <p:nvPr/>
        </p:nvSpPr>
        <p:spPr>
          <a:xfrm>
            <a:off x="0" y="0"/>
            <a:ext cx="9144000" cy="3651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6" name="Google Shape;76;p1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40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4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0" i="0" sz="4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0" i="0" sz="4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0" i="0" sz="4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0" i="0" sz="4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0" i="0" sz="4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0" i="0" sz="4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0" i="0" sz="4000" u="none" cap="none" strike="noStrike">
                <a:solidFill>
                  <a:schemeClr val="dk2"/>
                </a:solidFill>
                <a:latin typeface="Arial"/>
                <a:ea typeface="Arial"/>
                <a:cs typeface="Arial"/>
                <a:sym typeface="Arial"/>
              </a:defRPr>
            </a:lvl9pPr>
          </a:lstStyle>
          <a:p/>
        </p:txBody>
      </p:sp>
      <p:sp>
        <p:nvSpPr>
          <p:cNvPr id="77" name="Google Shape;77;p11"/>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lvl1pPr indent="-358140" lvl="0" marL="457200" marR="0" rtl="0" algn="l">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rtl="0" algn="l">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rtl="0" algn="l">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78" name="Google Shape;78;p11"/>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9" name="Google Shape;79;p11"/>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0" name="Google Shape;80;p11"/>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b="0">
              <a:solidFill>
                <a:srgbClr val="000000"/>
              </a:solidFill>
            </a:endParaRPr>
          </a:p>
        </p:txBody>
      </p:sp>
    </p:spTree>
  </p:cSld>
  <p:clrMap accent1="accent1" accent2="accent2" accent3="accent3" accent4="accent4" accent5="accent5" accent6="accent6" bg1="lt1" bg2="dk2" tx1="dk1" tx2="lt2" folHlink="folHlink" hlink="hlink"/>
  <p:sldLayoutIdLst>
    <p:sldLayoutId id="214748365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88" name="Shape 88"/>
        <p:cNvGrpSpPr/>
        <p:nvPr/>
      </p:nvGrpSpPr>
      <p:grpSpPr>
        <a:xfrm>
          <a:off x="0" y="0"/>
          <a:ext cx="0" cy="0"/>
          <a:chOff x="0" y="0"/>
          <a:chExt cx="0" cy="0"/>
        </a:xfrm>
      </p:grpSpPr>
      <p:sp>
        <p:nvSpPr>
          <p:cNvPr id="89" name="Google Shape;89;p13"/>
          <p:cNvSpPr txBox="1"/>
          <p:nvPr/>
        </p:nvSpPr>
        <p:spPr>
          <a:xfrm>
            <a:off x="0" y="220662"/>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90" name="Google Shape;90;p13"/>
          <p:cNvSpPr txBox="1"/>
          <p:nvPr/>
        </p:nvSpPr>
        <p:spPr>
          <a:xfrm>
            <a:off x="0" y="0"/>
            <a:ext cx="9144000" cy="3651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cxnSp>
        <p:nvCxnSpPr>
          <p:cNvPr id="91" name="Google Shape;91;p13"/>
          <p:cNvCxnSpPr/>
          <p:nvPr/>
        </p:nvCxnSpPr>
        <p:spPr>
          <a:xfrm>
            <a:off x="731837" y="4598987"/>
            <a:ext cx="7848600" cy="1587"/>
          </a:xfrm>
          <a:prstGeom prst="straightConnector1">
            <a:avLst/>
          </a:prstGeom>
          <a:noFill/>
          <a:ln cap="flat" cmpd="sng" w="19050">
            <a:solidFill>
              <a:schemeClr val="lt2"/>
            </a:solidFill>
            <a:prstDash val="solid"/>
            <a:miter lim="800000"/>
            <a:headEnd len="med" w="med" type="none"/>
            <a:tailEnd len="med" w="med" type="none"/>
          </a:ln>
        </p:spPr>
      </p:cxnSp>
      <p:sp>
        <p:nvSpPr>
          <p:cNvPr id="92" name="Google Shape;92;p1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4000" u="none" cap="none" strike="noStrike">
                <a:solidFill>
                  <a:schemeClr val="lt2"/>
                </a:solidFill>
                <a:latin typeface="Arial"/>
                <a:ea typeface="Arial"/>
                <a:cs typeface="Arial"/>
                <a:sym typeface="Arial"/>
              </a:defRPr>
            </a:lvl1pPr>
            <a:lvl2pPr lvl="1" marR="0" rtl="0" algn="l">
              <a:spcBef>
                <a:spcPts val="0"/>
              </a:spcBef>
              <a:spcAft>
                <a:spcPts val="0"/>
              </a:spcAft>
              <a:buSzPts val="1400"/>
              <a:buNone/>
              <a:defRPr b="0" i="0" sz="4000" u="none" cap="none" strike="noStrike">
                <a:solidFill>
                  <a:schemeClr val="lt2"/>
                </a:solidFill>
                <a:latin typeface="Arial"/>
                <a:ea typeface="Arial"/>
                <a:cs typeface="Arial"/>
                <a:sym typeface="Arial"/>
              </a:defRPr>
            </a:lvl2pPr>
            <a:lvl3pPr lvl="2" marR="0" rtl="0" algn="l">
              <a:spcBef>
                <a:spcPts val="0"/>
              </a:spcBef>
              <a:spcAft>
                <a:spcPts val="0"/>
              </a:spcAft>
              <a:buSzPts val="1400"/>
              <a:buNone/>
              <a:defRPr b="0" i="0" sz="4000" u="none" cap="none" strike="noStrike">
                <a:solidFill>
                  <a:schemeClr val="lt2"/>
                </a:solidFill>
                <a:latin typeface="Arial"/>
                <a:ea typeface="Arial"/>
                <a:cs typeface="Arial"/>
                <a:sym typeface="Arial"/>
              </a:defRPr>
            </a:lvl3pPr>
            <a:lvl4pPr lvl="3" marR="0" rtl="0" algn="l">
              <a:spcBef>
                <a:spcPts val="0"/>
              </a:spcBef>
              <a:spcAft>
                <a:spcPts val="0"/>
              </a:spcAft>
              <a:buSzPts val="1400"/>
              <a:buNone/>
              <a:defRPr b="0" i="0" sz="4000" u="none" cap="none" strike="noStrike">
                <a:solidFill>
                  <a:schemeClr val="lt2"/>
                </a:solidFill>
                <a:latin typeface="Arial"/>
                <a:ea typeface="Arial"/>
                <a:cs typeface="Arial"/>
                <a:sym typeface="Arial"/>
              </a:defRPr>
            </a:lvl4pPr>
            <a:lvl5pPr lvl="4" marR="0" rtl="0" algn="l">
              <a:spcBef>
                <a:spcPts val="0"/>
              </a:spcBef>
              <a:spcAft>
                <a:spcPts val="0"/>
              </a:spcAft>
              <a:buSzPts val="1400"/>
              <a:buNone/>
              <a:defRPr b="0" i="0" sz="4000" u="none" cap="none" strike="noStrike">
                <a:solidFill>
                  <a:schemeClr val="lt2"/>
                </a:solidFill>
                <a:latin typeface="Arial"/>
                <a:ea typeface="Arial"/>
                <a:cs typeface="Arial"/>
                <a:sym typeface="Arial"/>
              </a:defRPr>
            </a:lvl5pPr>
            <a:lvl6pPr lvl="5" marR="0" rtl="0" algn="l">
              <a:spcBef>
                <a:spcPts val="0"/>
              </a:spcBef>
              <a:spcAft>
                <a:spcPts val="0"/>
              </a:spcAft>
              <a:buSzPts val="1400"/>
              <a:buNone/>
              <a:defRPr b="0" i="0" sz="4000" u="none" cap="none" strike="noStrike">
                <a:solidFill>
                  <a:schemeClr val="lt2"/>
                </a:solidFill>
                <a:latin typeface="Arial"/>
                <a:ea typeface="Arial"/>
                <a:cs typeface="Arial"/>
                <a:sym typeface="Arial"/>
              </a:defRPr>
            </a:lvl6pPr>
            <a:lvl7pPr lvl="6" marR="0" rtl="0" algn="l">
              <a:spcBef>
                <a:spcPts val="0"/>
              </a:spcBef>
              <a:spcAft>
                <a:spcPts val="0"/>
              </a:spcAft>
              <a:buSzPts val="1400"/>
              <a:buNone/>
              <a:defRPr b="0" i="0" sz="4000" u="none" cap="none" strike="noStrike">
                <a:solidFill>
                  <a:schemeClr val="lt2"/>
                </a:solidFill>
                <a:latin typeface="Arial"/>
                <a:ea typeface="Arial"/>
                <a:cs typeface="Arial"/>
                <a:sym typeface="Arial"/>
              </a:defRPr>
            </a:lvl7pPr>
            <a:lvl8pPr lvl="7" marR="0" rtl="0" algn="l">
              <a:spcBef>
                <a:spcPts val="0"/>
              </a:spcBef>
              <a:spcAft>
                <a:spcPts val="0"/>
              </a:spcAft>
              <a:buSzPts val="1400"/>
              <a:buNone/>
              <a:defRPr b="0" i="0" sz="4000" u="none" cap="none" strike="noStrike">
                <a:solidFill>
                  <a:schemeClr val="lt2"/>
                </a:solidFill>
                <a:latin typeface="Arial"/>
                <a:ea typeface="Arial"/>
                <a:cs typeface="Arial"/>
                <a:sym typeface="Arial"/>
              </a:defRPr>
            </a:lvl8pPr>
            <a:lvl9pPr lvl="8" marR="0" rtl="0" algn="l">
              <a:spcBef>
                <a:spcPts val="0"/>
              </a:spcBef>
              <a:spcAft>
                <a:spcPts val="0"/>
              </a:spcAft>
              <a:buSzPts val="1400"/>
              <a:buNone/>
              <a:defRPr b="0" i="0" sz="4000" u="none" cap="none" strike="noStrike">
                <a:solidFill>
                  <a:schemeClr val="lt2"/>
                </a:solidFill>
                <a:latin typeface="Arial"/>
                <a:ea typeface="Arial"/>
                <a:cs typeface="Arial"/>
                <a:sym typeface="Arial"/>
              </a:defRPr>
            </a:lvl9pPr>
          </a:lstStyle>
          <a:p/>
        </p:txBody>
      </p:sp>
      <p:sp>
        <p:nvSpPr>
          <p:cNvPr id="93" name="Google Shape;93;p1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lvl1pPr indent="-358140" lvl="0" marL="457200" marR="0" rtl="0" algn="l">
              <a:spcBef>
                <a:spcPts val="480"/>
              </a:spcBef>
              <a:spcAft>
                <a:spcPts val="0"/>
              </a:spcAft>
              <a:buClr>
                <a:schemeClr val="accent1"/>
              </a:buClr>
              <a:buSzPts val="2040"/>
              <a:buFont typeface="Arial"/>
              <a:buChar char="•"/>
              <a:defRPr b="0" i="0" sz="2400" u="none" cap="none" strike="noStrike">
                <a:solidFill>
                  <a:schemeClr val="lt1"/>
                </a:solidFill>
                <a:latin typeface="Arial"/>
                <a:ea typeface="Arial"/>
                <a:cs typeface="Arial"/>
                <a:sym typeface="Arial"/>
              </a:defRPr>
            </a:lvl1pPr>
            <a:lvl2pPr indent="-336550" lvl="1" marL="914400" marR="0" rtl="0" algn="l">
              <a:spcBef>
                <a:spcPts val="400"/>
              </a:spcBef>
              <a:spcAft>
                <a:spcPts val="0"/>
              </a:spcAft>
              <a:buClr>
                <a:schemeClr val="accent1"/>
              </a:buClr>
              <a:buSzPts val="1700"/>
              <a:buFont typeface="Arial"/>
              <a:buChar char="•"/>
              <a:defRPr b="0" i="0" sz="2000" u="none" cap="none" strike="noStrike">
                <a:solidFill>
                  <a:schemeClr val="lt1"/>
                </a:solidFill>
                <a:latin typeface="Arial"/>
                <a:ea typeface="Arial"/>
                <a:cs typeface="Arial"/>
                <a:sym typeface="Arial"/>
              </a:defRPr>
            </a:lvl2pPr>
            <a:lvl3pPr indent="-331469" lvl="2" marL="1371600" marR="0" rtl="0" algn="l">
              <a:spcBef>
                <a:spcPts val="360"/>
              </a:spcBef>
              <a:spcAft>
                <a:spcPts val="0"/>
              </a:spcAft>
              <a:buClr>
                <a:schemeClr val="accent1"/>
              </a:buClr>
              <a:buSzPts val="1620"/>
              <a:buFont typeface="Arial"/>
              <a:buChar char="•"/>
              <a:defRPr b="0" i="0" sz="1800" u="none" cap="none" strike="noStrike">
                <a:solidFill>
                  <a:schemeClr val="lt1"/>
                </a:solidFill>
                <a:latin typeface="Arial"/>
                <a:ea typeface="Arial"/>
                <a:cs typeface="Arial"/>
                <a:sym typeface="Arial"/>
              </a:defRPr>
            </a:lvl3pPr>
            <a:lvl4pPr indent="-330200" lvl="3" marL="1828800" marR="0" rtl="0" algn="l">
              <a:spcBef>
                <a:spcPts val="320"/>
              </a:spcBef>
              <a:spcAft>
                <a:spcPts val="0"/>
              </a:spcAft>
              <a:buClr>
                <a:schemeClr val="accent1"/>
              </a:buClr>
              <a:buSzPts val="1600"/>
              <a:buFont typeface="Arial"/>
              <a:buChar char="•"/>
              <a:defRPr b="0" i="0" sz="1600" u="none" cap="none" strike="noStrike">
                <a:solidFill>
                  <a:schemeClr val="lt1"/>
                </a:solidFill>
                <a:latin typeface="Arial"/>
                <a:ea typeface="Arial"/>
                <a:cs typeface="Arial"/>
                <a:sym typeface="Arial"/>
              </a:defRPr>
            </a:lvl4pPr>
            <a:lvl5pPr indent="-317500" lvl="4" marL="2286000" marR="0" rtl="0" algn="l">
              <a:spcBef>
                <a:spcPts val="280"/>
              </a:spcBef>
              <a:spcAft>
                <a:spcPts val="0"/>
              </a:spcAft>
              <a:buClr>
                <a:schemeClr val="accent1"/>
              </a:buClr>
              <a:buSzPts val="1400"/>
              <a:buFont typeface="Arial"/>
              <a:buChar char="•"/>
              <a:defRPr b="0" i="0" sz="1400" u="none" cap="none" strike="noStrike">
                <a:solidFill>
                  <a:schemeClr val="lt1"/>
                </a:solidFill>
                <a:latin typeface="Arial"/>
                <a:ea typeface="Arial"/>
                <a:cs typeface="Arial"/>
                <a:sym typeface="Arial"/>
              </a:defRPr>
            </a:lvl5pPr>
            <a:lvl6pPr indent="-311150" lvl="5" marL="2743200" marR="0" rtl="0" algn="l">
              <a:spcBef>
                <a:spcPts val="260"/>
              </a:spcBef>
              <a:spcAft>
                <a:spcPts val="0"/>
              </a:spcAft>
              <a:buClr>
                <a:schemeClr val="accent1"/>
              </a:buClr>
              <a:buSzPts val="1300"/>
              <a:buFont typeface="Arial"/>
              <a:buChar char="•"/>
              <a:defRPr b="0" i="0" sz="1300" u="none" cap="none" strike="noStrike">
                <a:solidFill>
                  <a:schemeClr val="lt1"/>
                </a:solidFill>
                <a:latin typeface="Arial"/>
                <a:ea typeface="Arial"/>
                <a:cs typeface="Arial"/>
                <a:sym typeface="Arial"/>
              </a:defRPr>
            </a:lvl6pPr>
            <a:lvl7pPr indent="-311150" lvl="6" marL="3200400" marR="0" rtl="0" algn="l">
              <a:spcBef>
                <a:spcPts val="260"/>
              </a:spcBef>
              <a:spcAft>
                <a:spcPts val="0"/>
              </a:spcAft>
              <a:buClr>
                <a:schemeClr val="accent1"/>
              </a:buClr>
              <a:buSzPts val="1300"/>
              <a:buFont typeface="Arial"/>
              <a:buChar char="•"/>
              <a:defRPr b="0" i="0" sz="1300" u="none" cap="none" strike="noStrike">
                <a:solidFill>
                  <a:schemeClr val="lt1"/>
                </a:solidFill>
                <a:latin typeface="Arial"/>
                <a:ea typeface="Arial"/>
                <a:cs typeface="Arial"/>
                <a:sym typeface="Arial"/>
              </a:defRPr>
            </a:lvl7pPr>
            <a:lvl8pPr indent="-311150" lvl="7" marL="3657600" marR="0" rtl="0" algn="l">
              <a:spcBef>
                <a:spcPts val="260"/>
              </a:spcBef>
              <a:spcAft>
                <a:spcPts val="0"/>
              </a:spcAft>
              <a:buClr>
                <a:schemeClr val="accent1"/>
              </a:buClr>
              <a:buSzPts val="1300"/>
              <a:buFont typeface="Arial"/>
              <a:buChar char="•"/>
              <a:defRPr b="0" i="0" sz="1300" u="none" cap="none" strike="noStrike">
                <a:solidFill>
                  <a:schemeClr val="lt1"/>
                </a:solidFill>
                <a:latin typeface="Arial"/>
                <a:ea typeface="Arial"/>
                <a:cs typeface="Arial"/>
                <a:sym typeface="Arial"/>
              </a:defRPr>
            </a:lvl8pPr>
            <a:lvl9pPr indent="-311150" lvl="8" marL="4114800" marR="0" rtl="0" algn="l">
              <a:spcBef>
                <a:spcPts val="260"/>
              </a:spcBef>
              <a:spcAft>
                <a:spcPts val="0"/>
              </a:spcAft>
              <a:buClr>
                <a:schemeClr val="accent1"/>
              </a:buClr>
              <a:buSzPts val="1300"/>
              <a:buFont typeface="Arial"/>
              <a:buChar char="•"/>
              <a:defRPr b="0" i="0" sz="1300" u="none" cap="none" strike="noStrike">
                <a:solidFill>
                  <a:schemeClr val="lt1"/>
                </a:solidFill>
                <a:latin typeface="Arial"/>
                <a:ea typeface="Arial"/>
                <a:cs typeface="Arial"/>
                <a:sym typeface="Arial"/>
              </a:defRPr>
            </a:lvl9pPr>
          </a:lstStyle>
          <a:p/>
        </p:txBody>
      </p:sp>
      <p:sp>
        <p:nvSpPr>
          <p:cNvPr id="94" name="Google Shape;94;p13"/>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FFFFFF"/>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95" name="Google Shape;95;p13"/>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96" name="Google Shape;96;p13"/>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b="0">
              <a:solidFill>
                <a:srgbClr val="000000"/>
              </a:solidFill>
            </a:endParaRPr>
          </a:p>
        </p:txBody>
      </p:sp>
    </p:spTree>
  </p:cSld>
  <p:clrMap accent1="accent1" accent2="accent2" accent3="accent3" accent4="accent4" accent5="accent5" accent6="accent6" bg1="lt1" bg2="dk2" tx1="dk1" tx2="lt2" folHlink="folHlink" hlink="hlink"/>
  <p:sldLayoutIdLst>
    <p:sldLayoutId id="214748365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 name="Shape 103"/>
        <p:cNvGrpSpPr/>
        <p:nvPr/>
      </p:nvGrpSpPr>
      <p:grpSpPr>
        <a:xfrm>
          <a:off x="0" y="0"/>
          <a:ext cx="0" cy="0"/>
          <a:chOff x="0" y="0"/>
          <a:chExt cx="0" cy="0"/>
        </a:xfrm>
      </p:grpSpPr>
      <p:sp>
        <p:nvSpPr>
          <p:cNvPr id="104" name="Google Shape;104;p15"/>
          <p:cNvSpPr txBox="1"/>
          <p:nvPr/>
        </p:nvSpPr>
        <p:spPr>
          <a:xfrm>
            <a:off x="0" y="220662"/>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 name="Google Shape;105;p15"/>
          <p:cNvSpPr txBox="1"/>
          <p:nvPr/>
        </p:nvSpPr>
        <p:spPr>
          <a:xfrm>
            <a:off x="0" y="0"/>
            <a:ext cx="9144000" cy="3651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06" name="Google Shape;106;p15"/>
          <p:cNvCxnSpPr/>
          <p:nvPr/>
        </p:nvCxnSpPr>
        <p:spPr>
          <a:xfrm rot="5400000">
            <a:off x="2218531" y="4045743"/>
            <a:ext cx="4708525" cy="1587"/>
          </a:xfrm>
          <a:prstGeom prst="straightConnector1">
            <a:avLst/>
          </a:prstGeom>
          <a:noFill/>
          <a:ln cap="flat" cmpd="sng" w="19050">
            <a:solidFill>
              <a:schemeClr val="dk2"/>
            </a:solidFill>
            <a:prstDash val="solid"/>
            <a:miter lim="800000"/>
            <a:headEnd len="med" w="med" type="none"/>
            <a:tailEnd len="med" w="med" type="none"/>
          </a:ln>
        </p:spPr>
      </p:cxnSp>
      <p:sp>
        <p:nvSpPr>
          <p:cNvPr id="107" name="Google Shape;107;p1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40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4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0" i="0" sz="4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0" i="0" sz="4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0" i="0" sz="4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0" i="0" sz="4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0" i="0" sz="4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0" i="0" sz="4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0" i="0" sz="4000" u="none" cap="none" strike="noStrike">
                <a:solidFill>
                  <a:schemeClr val="dk2"/>
                </a:solidFill>
                <a:latin typeface="Arial"/>
                <a:ea typeface="Arial"/>
                <a:cs typeface="Arial"/>
                <a:sym typeface="Arial"/>
              </a:defRPr>
            </a:lvl9pPr>
          </a:lstStyle>
          <a:p/>
        </p:txBody>
      </p:sp>
      <p:sp>
        <p:nvSpPr>
          <p:cNvPr id="108" name="Google Shape;108;p15"/>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lvl1pPr indent="-358140" lvl="0" marL="457200" marR="0" rtl="0" algn="l">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rtl="0" algn="l">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rtl="0" algn="l">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109" name="Google Shape;109;p15"/>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FFFFFF"/>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0" name="Google Shape;110;p15"/>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1" name="Google Shape;111;p15"/>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b="0">
              <a:solidFill>
                <a:srgbClr val="000000"/>
              </a:solidFil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17"/>
          <p:cNvSpPr txBox="1"/>
          <p:nvPr/>
        </p:nvSpPr>
        <p:spPr>
          <a:xfrm>
            <a:off x="0" y="220662"/>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3" name="Google Shape;123;p17"/>
          <p:cNvSpPr txBox="1"/>
          <p:nvPr/>
        </p:nvSpPr>
        <p:spPr>
          <a:xfrm>
            <a:off x="0" y="0"/>
            <a:ext cx="9144000" cy="3651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24" name="Google Shape;124;p17"/>
          <p:cNvCxnSpPr/>
          <p:nvPr/>
        </p:nvCxnSpPr>
        <p:spPr>
          <a:xfrm rot="5400000">
            <a:off x="-13493" y="3580606"/>
            <a:ext cx="5578475" cy="1587"/>
          </a:xfrm>
          <a:prstGeom prst="straightConnector1">
            <a:avLst/>
          </a:prstGeom>
          <a:noFill/>
          <a:ln cap="flat" cmpd="sng" w="19050">
            <a:solidFill>
              <a:schemeClr val="dk2"/>
            </a:solidFill>
            <a:prstDash val="solid"/>
            <a:miter lim="800000"/>
            <a:headEnd len="med" w="med" type="none"/>
            <a:tailEnd len="med" w="med" type="none"/>
          </a:ln>
        </p:spPr>
      </p:cxnSp>
      <p:sp>
        <p:nvSpPr>
          <p:cNvPr id="125" name="Google Shape;125;p1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40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40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0" i="0" sz="40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0" i="0" sz="40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0" i="0" sz="40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0" i="0" sz="40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0" i="0" sz="40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0" i="0" sz="40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0" i="0" sz="4000" u="none" cap="none" strike="noStrike">
                <a:solidFill>
                  <a:schemeClr val="dk2"/>
                </a:solidFill>
                <a:latin typeface="Arial"/>
                <a:ea typeface="Arial"/>
                <a:cs typeface="Arial"/>
                <a:sym typeface="Arial"/>
              </a:defRPr>
            </a:lvl9pPr>
          </a:lstStyle>
          <a:p/>
        </p:txBody>
      </p:sp>
      <p:sp>
        <p:nvSpPr>
          <p:cNvPr id="126" name="Google Shape;126;p1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lvl1pPr indent="-358140" lvl="0" marL="457200" marR="0" rtl="0" algn="l">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rtl="0" algn="l">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rtl="0" algn="l">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127" name="Google Shape;127;p17"/>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FFFFFF"/>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8" name="Google Shape;128;p17"/>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9" name="Google Shape;129;p17"/>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FFFFFF"/>
              </a:buClr>
              <a:buSzPts val="1400"/>
              <a:buFont typeface="Arial"/>
              <a:buNone/>
              <a:defRPr b="1" i="0" sz="14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b="0">
              <a:solidFill>
                <a:srgbClr val="000000"/>
              </a:solidFill>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mailto:jethrogamad@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ph type="ctrTitle"/>
          </p:nvPr>
        </p:nvSpPr>
        <p:spPr>
          <a:xfrm>
            <a:off x="685800" y="1371600"/>
            <a:ext cx="7848600" cy="192722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5400"/>
              <a:buFont typeface="Arial"/>
              <a:buNone/>
            </a:pPr>
            <a:r>
              <a:rPr b="1" i="0" lang="en-US" sz="5400" u="none">
                <a:solidFill>
                  <a:schemeClr val="dk2"/>
                </a:solidFill>
                <a:latin typeface="Arial"/>
                <a:ea typeface="Arial"/>
                <a:cs typeface="Arial"/>
                <a:sym typeface="Arial"/>
              </a:rPr>
              <a:t>STRINGS STRUCTURES &amp; UNION</a:t>
            </a:r>
            <a:endParaRPr/>
          </a:p>
        </p:txBody>
      </p:sp>
      <p:sp>
        <p:nvSpPr>
          <p:cNvPr id="142" name="Google Shape;142;p19"/>
          <p:cNvSpPr txBox="1"/>
          <p:nvPr>
            <p:ph idx="1" type="subTitle"/>
          </p:nvPr>
        </p:nvSpPr>
        <p:spPr>
          <a:xfrm>
            <a:off x="685800" y="3505200"/>
            <a:ext cx="6400800" cy="1752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40"/>
              <a:buNone/>
            </a:pPr>
            <a:r>
              <a:t/>
            </a:r>
            <a:endParaRPr>
              <a:solidFill>
                <a:srgbClr val="55556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What are Strings</a:t>
            </a:r>
            <a:endParaRPr/>
          </a:p>
        </p:txBody>
      </p:sp>
      <p:sp>
        <p:nvSpPr>
          <p:cNvPr id="148" name="Google Shape;148;p20"/>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100000"/>
              </a:lnSpc>
              <a:spcBef>
                <a:spcPts val="0"/>
              </a:spcBef>
              <a:spcAft>
                <a:spcPts val="0"/>
              </a:spcAft>
              <a:buClr>
                <a:schemeClr val="accent1"/>
              </a:buClr>
              <a:buSzPts val="1700"/>
              <a:buFont typeface="Arial"/>
              <a:buChar char="•"/>
            </a:pPr>
            <a:r>
              <a:rPr b="0" i="0" lang="en-US" sz="2000" u="none" cap="none" strike="noStrike">
                <a:solidFill>
                  <a:schemeClr val="dk1"/>
                </a:solidFill>
                <a:latin typeface="Arial"/>
                <a:ea typeface="Arial"/>
                <a:cs typeface="Arial"/>
                <a:sym typeface="Arial"/>
              </a:rPr>
              <a:t>As group of integers can be stored as integer array, similarly, group of characters can be group as character array.</a:t>
            </a:r>
            <a:endParaRPr/>
          </a:p>
          <a:p>
            <a:pPr indent="-182562" lvl="0" marL="182562" marR="0" rtl="0" algn="l">
              <a:lnSpc>
                <a:spcPct val="100000"/>
              </a:lnSpc>
              <a:spcBef>
                <a:spcPts val="400"/>
              </a:spcBef>
              <a:spcAft>
                <a:spcPts val="0"/>
              </a:spcAft>
              <a:buClr>
                <a:schemeClr val="accent1"/>
              </a:buClr>
              <a:buSzPts val="1700"/>
              <a:buFont typeface="Arial"/>
              <a:buChar char="•"/>
            </a:pPr>
            <a:r>
              <a:rPr b="0" i="0" lang="en-US" sz="2000" u="none" cap="none" strike="noStrike">
                <a:solidFill>
                  <a:schemeClr val="dk1"/>
                </a:solidFill>
                <a:latin typeface="Arial"/>
                <a:ea typeface="Arial"/>
                <a:cs typeface="Arial"/>
                <a:sym typeface="Arial"/>
              </a:rPr>
              <a:t>Character arrays are also called </a:t>
            </a:r>
            <a:r>
              <a:rPr b="1" i="0" lang="en-US" sz="2000" u="none" cap="none" strike="noStrike">
                <a:solidFill>
                  <a:schemeClr val="dk1"/>
                </a:solidFill>
                <a:latin typeface="Arial"/>
                <a:ea typeface="Arial"/>
                <a:cs typeface="Arial"/>
                <a:sym typeface="Arial"/>
              </a:rPr>
              <a:t>STRINGS. </a:t>
            </a:r>
            <a:r>
              <a:rPr b="0" i="0" lang="en-US" sz="2000" u="none" cap="none" strike="noStrike">
                <a:solidFill>
                  <a:schemeClr val="dk1"/>
                </a:solidFill>
                <a:latin typeface="Arial"/>
                <a:ea typeface="Arial"/>
                <a:cs typeface="Arial"/>
                <a:sym typeface="Arial"/>
              </a:rPr>
              <a:t>Strings are used by many programmling languages to manipulate words and sentences.</a:t>
            </a:r>
            <a:endParaRPr/>
          </a:p>
          <a:p>
            <a:pPr indent="-182562" lvl="0" marL="182562" marR="0" rtl="0" algn="l">
              <a:lnSpc>
                <a:spcPct val="100000"/>
              </a:lnSpc>
              <a:spcBef>
                <a:spcPts val="400"/>
              </a:spcBef>
              <a:spcAft>
                <a:spcPts val="0"/>
              </a:spcAft>
              <a:buClr>
                <a:schemeClr val="accent1"/>
              </a:buClr>
              <a:buSzPts val="1700"/>
              <a:buFont typeface="Arial"/>
              <a:buChar char="•"/>
            </a:pPr>
            <a:r>
              <a:rPr b="0" i="0" lang="en-US" sz="2000" u="none" cap="none" strike="noStrike">
                <a:solidFill>
                  <a:schemeClr val="dk1"/>
                </a:solidFill>
                <a:latin typeface="Arial"/>
                <a:ea typeface="Arial"/>
                <a:cs typeface="Arial"/>
                <a:sym typeface="Arial"/>
              </a:rPr>
              <a:t>A string constant is a one dimensional-array of characters terminated by a null (‘\0’), like:</a:t>
            </a:r>
            <a:endParaRPr/>
          </a:p>
          <a:p>
            <a:pPr indent="-182562" lvl="0" marL="182562" marR="0" rtl="0" algn="l">
              <a:lnSpc>
                <a:spcPct val="100000"/>
              </a:lnSpc>
              <a:spcBef>
                <a:spcPts val="400"/>
              </a:spcBef>
              <a:spcAft>
                <a:spcPts val="0"/>
              </a:spcAft>
              <a:buClr>
                <a:schemeClr val="accent1"/>
              </a:buClr>
              <a:buSzPts val="1700"/>
              <a:buFont typeface="Arial"/>
              <a:buNone/>
            </a:pPr>
            <a:r>
              <a:rPr b="0" i="0" lang="en-US" sz="2000" u="none" cap="none" strike="noStrike">
                <a:solidFill>
                  <a:schemeClr val="dk1"/>
                </a:solidFill>
                <a:latin typeface="Arial"/>
                <a:ea typeface="Arial"/>
                <a:cs typeface="Arial"/>
                <a:sym typeface="Arial"/>
              </a:rPr>
              <a:t>	char name[ ]={‘H’, ‘A’, ‘E’, ‘S’, ‘L’, ‘E’, ‘R’, ‘\0’};</a:t>
            </a:r>
            <a:endParaRPr/>
          </a:p>
          <a:p>
            <a:pPr indent="-182562" lvl="0" marL="182562" marR="0" rtl="0" algn="l">
              <a:lnSpc>
                <a:spcPct val="100000"/>
              </a:lnSpc>
              <a:spcBef>
                <a:spcPts val="400"/>
              </a:spcBef>
              <a:spcAft>
                <a:spcPts val="0"/>
              </a:spcAft>
              <a:buClr>
                <a:schemeClr val="accent1"/>
              </a:buClr>
              <a:buSzPts val="1700"/>
              <a:buFont typeface="Arial"/>
              <a:buChar char="•"/>
            </a:pPr>
            <a:r>
              <a:rPr b="0" i="0" lang="en-US" sz="2000" u="none" cap="none" strike="noStrike">
                <a:solidFill>
                  <a:schemeClr val="dk1"/>
                </a:solidFill>
                <a:latin typeface="Arial"/>
                <a:ea typeface="Arial"/>
                <a:cs typeface="Arial"/>
                <a:sym typeface="Arial"/>
              </a:rPr>
              <a:t>Each character in the array occupies one byte of memory and the last character is always ‘\0’ which is the null character.</a:t>
            </a:r>
            <a:endParaRPr/>
          </a:p>
        </p:txBody>
      </p:sp>
      <p:pic>
        <p:nvPicPr>
          <p:cNvPr id="149" name="Google Shape;149;p20"/>
          <p:cNvPicPr preferRelativeResize="0"/>
          <p:nvPr/>
        </p:nvPicPr>
        <p:blipFill rotWithShape="1">
          <a:blip r:embed="rId3">
            <a:alphaModFix/>
          </a:blip>
          <a:srcRect b="0" l="0" r="0" t="0"/>
          <a:stretch/>
        </p:blipFill>
        <p:spPr>
          <a:xfrm>
            <a:off x="1470025" y="5486400"/>
            <a:ext cx="5600700" cy="8572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 String Format Specification</a:t>
            </a:r>
            <a:endParaRPr/>
          </a:p>
        </p:txBody>
      </p:sp>
      <p:sp>
        <p:nvSpPr>
          <p:cNvPr id="155" name="Google Shape;155;p21"/>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380"/>
              <a:buFont typeface="Arial"/>
              <a:buChar char="•"/>
            </a:pPr>
            <a:r>
              <a:rPr b="0" i="0" lang="en-US" sz="2800" u="none" cap="none" strike="noStrike">
                <a:solidFill>
                  <a:schemeClr val="dk1"/>
                </a:solidFill>
                <a:latin typeface="Arial"/>
                <a:ea typeface="Arial"/>
                <a:cs typeface="Arial"/>
                <a:sym typeface="Arial"/>
              </a:rPr>
              <a:t>The </a:t>
            </a:r>
            <a:r>
              <a:rPr b="1" i="0" lang="en-US" sz="2800" u="none" cap="none" strike="noStrike">
                <a:solidFill>
                  <a:schemeClr val="dk1"/>
                </a:solidFill>
                <a:latin typeface="Arial"/>
                <a:ea typeface="Arial"/>
                <a:cs typeface="Arial"/>
                <a:sym typeface="Arial"/>
              </a:rPr>
              <a:t>%s </a:t>
            </a:r>
            <a:r>
              <a:rPr b="0" i="0" lang="en-US" sz="2800" u="none" cap="none" strike="noStrike">
                <a:solidFill>
                  <a:schemeClr val="dk1"/>
                </a:solidFill>
                <a:latin typeface="Arial"/>
                <a:ea typeface="Arial"/>
                <a:cs typeface="Arial"/>
                <a:sym typeface="Arial"/>
              </a:rPr>
              <a:t>used in </a:t>
            </a:r>
            <a:r>
              <a:rPr b="1" i="0" lang="en-US" sz="2800" u="none" cap="none" strike="noStrike">
                <a:solidFill>
                  <a:schemeClr val="dk1"/>
                </a:solidFill>
                <a:latin typeface="Arial"/>
                <a:ea typeface="Arial"/>
                <a:cs typeface="Arial"/>
                <a:sym typeface="Arial"/>
              </a:rPr>
              <a:t>printf( ) </a:t>
            </a:r>
            <a:r>
              <a:rPr b="0" i="0" lang="en-US" sz="2800" u="none" cap="none" strike="noStrike">
                <a:solidFill>
                  <a:schemeClr val="dk1"/>
                </a:solidFill>
                <a:latin typeface="Arial"/>
                <a:ea typeface="Arial"/>
                <a:cs typeface="Arial"/>
                <a:sym typeface="Arial"/>
              </a:rPr>
              <a:t>is a format specification for printing out a string. The same specification can be used to receive a string from the keyboard.</a:t>
            </a:r>
            <a:endParaRPr/>
          </a:p>
          <a:p>
            <a:pPr indent="0" lvl="2" marL="547687" marR="0" rtl="0" algn="l">
              <a:lnSpc>
                <a:spcPct val="100000"/>
              </a:lnSpc>
              <a:spcBef>
                <a:spcPts val="440"/>
              </a:spcBef>
              <a:spcAft>
                <a:spcPts val="0"/>
              </a:spcAft>
              <a:buClr>
                <a:schemeClr val="accent1"/>
              </a:buClr>
              <a:buSzPts val="1980"/>
              <a:buFont typeface="Arial"/>
              <a:buNone/>
            </a:pPr>
            <a:r>
              <a:t/>
            </a:r>
            <a:endParaRPr b="0" i="0" sz="2200" u="none" cap="none" strike="noStrike">
              <a:solidFill>
                <a:schemeClr val="dk1"/>
              </a:solidFill>
              <a:latin typeface="Arial"/>
              <a:ea typeface="Arial"/>
              <a:cs typeface="Arial"/>
              <a:sym typeface="Arial"/>
            </a:endParaRPr>
          </a:p>
          <a:p>
            <a:pPr indent="0" lvl="2" marL="547687" marR="0" rtl="0" algn="l">
              <a:lnSpc>
                <a:spcPct val="100000"/>
              </a:lnSpc>
              <a:spcBef>
                <a:spcPts val="440"/>
              </a:spcBef>
              <a:spcAft>
                <a:spcPts val="0"/>
              </a:spcAft>
              <a:buClr>
                <a:schemeClr val="accent1"/>
              </a:buClr>
              <a:buSzPts val="1980"/>
              <a:buFont typeface="Arial"/>
              <a:buNone/>
            </a:pPr>
            <a:r>
              <a:rPr b="0" i="0" lang="en-US" sz="2200" u="none" cap="none" strike="noStrike">
                <a:solidFill>
                  <a:schemeClr val="dk1"/>
                </a:solidFill>
                <a:latin typeface="Courier New"/>
                <a:ea typeface="Courier New"/>
                <a:cs typeface="Courier New"/>
                <a:sym typeface="Courier New"/>
              </a:rPr>
              <a:t>void main( ) </a:t>
            </a:r>
            <a:endParaRPr/>
          </a:p>
          <a:p>
            <a:pPr indent="0" lvl="2" marL="547687" marR="0" rtl="0" algn="l">
              <a:lnSpc>
                <a:spcPct val="100000"/>
              </a:lnSpc>
              <a:spcBef>
                <a:spcPts val="440"/>
              </a:spcBef>
              <a:spcAft>
                <a:spcPts val="0"/>
              </a:spcAft>
              <a:buClr>
                <a:schemeClr val="accent1"/>
              </a:buClr>
              <a:buSzPts val="1980"/>
              <a:buFont typeface="Arial"/>
              <a:buNone/>
            </a:pPr>
            <a:r>
              <a:rPr b="0" i="0" lang="en-US" sz="2200" u="none" cap="none" strike="noStrike">
                <a:solidFill>
                  <a:schemeClr val="dk1"/>
                </a:solidFill>
                <a:latin typeface="Courier New"/>
                <a:ea typeface="Courier New"/>
                <a:cs typeface="Courier New"/>
                <a:sym typeface="Courier New"/>
              </a:rPr>
              <a:t>{ </a:t>
            </a:r>
            <a:endParaRPr/>
          </a:p>
          <a:p>
            <a:pPr indent="0" lvl="3" marL="822325" marR="0" rtl="0" algn="l">
              <a:lnSpc>
                <a:spcPct val="100000"/>
              </a:lnSpc>
              <a:spcBef>
                <a:spcPts val="400"/>
              </a:spcBef>
              <a:spcAft>
                <a:spcPts val="0"/>
              </a:spcAft>
              <a:buClr>
                <a:schemeClr val="accent1"/>
              </a:buClr>
              <a:buSzPts val="2000"/>
              <a:buFont typeface="Arial"/>
              <a:buNone/>
            </a:pPr>
            <a:r>
              <a:rPr b="0" i="0" lang="en-US" sz="2000" u="none" cap="none" strike="noStrike">
                <a:solidFill>
                  <a:schemeClr val="dk1"/>
                </a:solidFill>
                <a:latin typeface="Courier New"/>
                <a:ea typeface="Courier New"/>
                <a:cs typeface="Courier New"/>
                <a:sym typeface="Courier New"/>
              </a:rPr>
              <a:t>char name[ ] = "Klinsman" ; </a:t>
            </a:r>
            <a:endParaRPr/>
          </a:p>
          <a:p>
            <a:pPr indent="0" lvl="3" marL="822325" marR="0" rtl="0" algn="l">
              <a:lnSpc>
                <a:spcPct val="100000"/>
              </a:lnSpc>
              <a:spcBef>
                <a:spcPts val="400"/>
              </a:spcBef>
              <a:spcAft>
                <a:spcPts val="0"/>
              </a:spcAft>
              <a:buClr>
                <a:schemeClr val="accent1"/>
              </a:buClr>
              <a:buSzPts val="2000"/>
              <a:buFont typeface="Arial"/>
              <a:buNone/>
            </a:pPr>
            <a:r>
              <a:rPr b="0" i="0" lang="en-US" sz="2000" u="none" cap="none" strike="noStrike">
                <a:solidFill>
                  <a:schemeClr val="dk1"/>
                </a:solidFill>
                <a:latin typeface="Courier New"/>
                <a:ea typeface="Courier New"/>
                <a:cs typeface="Courier New"/>
                <a:sym typeface="Courier New"/>
              </a:rPr>
              <a:t>printf ( "%s", name ) ; </a:t>
            </a:r>
            <a:endParaRPr/>
          </a:p>
          <a:p>
            <a:pPr indent="0" lvl="2" marL="547687" marR="0" rtl="0" algn="l">
              <a:lnSpc>
                <a:spcPct val="100000"/>
              </a:lnSpc>
              <a:spcBef>
                <a:spcPts val="440"/>
              </a:spcBef>
              <a:spcAft>
                <a:spcPts val="0"/>
              </a:spcAft>
              <a:buClr>
                <a:schemeClr val="accent1"/>
              </a:buClr>
              <a:buSzPts val="1980"/>
              <a:buFont typeface="Arial"/>
              <a:buNone/>
            </a:pPr>
            <a:r>
              <a:rPr b="0" i="0" lang="en-US" sz="2200" u="none" cap="none" strike="noStrike">
                <a:solidFill>
                  <a:schemeClr val="dk1"/>
                </a:solidFill>
                <a:latin typeface="Courier New"/>
                <a:ea typeface="Courier New"/>
                <a:cs typeface="Courier New"/>
                <a:sym typeface="Courier New"/>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String as character array</a:t>
            </a:r>
            <a:endParaRPr/>
          </a:p>
        </p:txBody>
      </p:sp>
      <p:sp>
        <p:nvSpPr>
          <p:cNvPr id="161" name="Google Shape;161;p22"/>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80000"/>
              </a:lnSpc>
              <a:spcBef>
                <a:spcPts val="0"/>
              </a:spcBef>
              <a:spcAft>
                <a:spcPts val="0"/>
              </a:spcAft>
              <a:buClr>
                <a:schemeClr val="accent1"/>
              </a:buClr>
              <a:buSzPts val="1870"/>
              <a:buFont typeface="Arial"/>
              <a:buNone/>
            </a:pPr>
            <a:r>
              <a:rPr b="0" i="0" lang="en-US" sz="2200" u="none" cap="none" strike="noStrike">
                <a:solidFill>
                  <a:schemeClr val="dk1"/>
                </a:solidFill>
                <a:latin typeface="Courier New"/>
                <a:ea typeface="Courier New"/>
                <a:cs typeface="Courier New"/>
                <a:sym typeface="Courier New"/>
              </a:rPr>
              <a:t>/* Program to demonstrate printing of a string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cap="none" strike="noStrike">
                <a:solidFill>
                  <a:schemeClr val="dk1"/>
                </a:solidFill>
                <a:latin typeface="Courier New"/>
                <a:ea typeface="Courier New"/>
                <a:cs typeface="Courier New"/>
                <a:sym typeface="Courier New"/>
              </a:rPr>
              <a:t>#include&lt;stdio.h&gt;</a:t>
            </a:r>
            <a:endParaRPr/>
          </a:p>
          <a:p>
            <a:pPr indent="-182562" lvl="0" marL="182562" marR="0" rtl="0" algn="l">
              <a:lnSpc>
                <a:spcPct val="80000"/>
              </a:lnSpc>
              <a:spcBef>
                <a:spcPts val="440"/>
              </a:spcBef>
              <a:spcAft>
                <a:spcPts val="0"/>
              </a:spcAft>
              <a:buClr>
                <a:schemeClr val="accent1"/>
              </a:buClr>
              <a:buSzPts val="1870"/>
              <a:buFont typeface="Arial"/>
              <a:buNone/>
            </a:pPr>
            <a:r>
              <a:t/>
            </a:r>
            <a:endParaRPr b="0" i="0" sz="2200" u="none" cap="none" strike="noStrike">
              <a:solidFill>
                <a:schemeClr val="dk1"/>
              </a:solidFill>
              <a:latin typeface="Courier New"/>
              <a:ea typeface="Courier New"/>
              <a:cs typeface="Courier New"/>
              <a:sym typeface="Courier New"/>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cap="none" strike="noStrike">
                <a:solidFill>
                  <a:schemeClr val="dk1"/>
                </a:solidFill>
                <a:latin typeface="Courier New"/>
                <a:ea typeface="Courier New"/>
                <a:cs typeface="Courier New"/>
                <a:sym typeface="Courier New"/>
              </a:rPr>
              <a:t>void main(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cap="none" strike="noStrike">
                <a:solidFill>
                  <a:schemeClr val="dk1"/>
                </a:solidFill>
                <a:latin typeface="Courier New"/>
                <a:ea typeface="Courier New"/>
                <a:cs typeface="Courier New"/>
                <a:sym typeface="Courier New"/>
              </a:rPr>
              <a:t>{</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cap="none" strike="noStrike">
                <a:solidFill>
                  <a:schemeClr val="dk1"/>
                </a:solidFill>
                <a:latin typeface="Courier New"/>
                <a:ea typeface="Courier New"/>
                <a:cs typeface="Courier New"/>
                <a:sym typeface="Courier New"/>
              </a:rPr>
              <a:t>    char name[ ] = "Klinsman"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cap="none" strike="noStrike">
                <a:solidFill>
                  <a:schemeClr val="dk1"/>
                </a:solidFill>
                <a:latin typeface="Courier New"/>
                <a:ea typeface="Courier New"/>
                <a:cs typeface="Courier New"/>
                <a:sym typeface="Courier New"/>
              </a:rPr>
              <a:t>    int i = 0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cap="none" strike="noStrike">
                <a:solidFill>
                  <a:schemeClr val="dk1"/>
                </a:solidFill>
                <a:latin typeface="Courier New"/>
                <a:ea typeface="Courier New"/>
                <a:cs typeface="Courier New"/>
                <a:sym typeface="Courier New"/>
              </a:rPr>
              <a:t>    while ( i &lt;= 7 )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cap="none" strike="noStrike">
                <a:solidFill>
                  <a:schemeClr val="dk1"/>
                </a:solidFill>
                <a:latin typeface="Courier New"/>
                <a:ea typeface="Courier New"/>
                <a:cs typeface="Courier New"/>
                <a:sym typeface="Courier New"/>
              </a:rPr>
              <a:t>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cap="none" strike="noStrike">
                <a:solidFill>
                  <a:schemeClr val="dk1"/>
                </a:solidFill>
                <a:latin typeface="Courier New"/>
                <a:ea typeface="Courier New"/>
                <a:cs typeface="Courier New"/>
                <a:sym typeface="Courier New"/>
              </a:rPr>
              <a:t>        printf ( "%c", name[i] )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cap="none" strike="noStrike">
                <a:solidFill>
                  <a:schemeClr val="dk1"/>
                </a:solidFill>
                <a:latin typeface="Courier New"/>
                <a:ea typeface="Courier New"/>
                <a:cs typeface="Courier New"/>
                <a:sym typeface="Courier New"/>
              </a:rPr>
              <a:t>        i++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cap="none" strike="noStrike">
                <a:solidFill>
                  <a:schemeClr val="dk1"/>
                </a:solidFill>
                <a:latin typeface="Courier New"/>
                <a:ea typeface="Courier New"/>
                <a:cs typeface="Courier New"/>
                <a:sym typeface="Courier New"/>
              </a:rPr>
              <a:t>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cap="none" strike="noStrike">
                <a:solidFill>
                  <a:schemeClr val="dk1"/>
                </a:solidFill>
                <a:latin typeface="Courier New"/>
                <a:ea typeface="Courier New"/>
                <a:cs typeface="Courier New"/>
                <a:sym typeface="Courier New"/>
              </a:rPr>
              <a:t>}</a:t>
            </a:r>
            <a:endParaRPr/>
          </a:p>
          <a:p>
            <a:pPr indent="-63817" lvl="0" marL="182563" marR="0" rtl="0" algn="l">
              <a:spcBef>
                <a:spcPts val="440"/>
              </a:spcBef>
              <a:spcAft>
                <a:spcPts val="0"/>
              </a:spcAft>
              <a:buClr>
                <a:schemeClr val="accent1"/>
              </a:buClr>
              <a:buSzPts val="1870"/>
              <a:buFont typeface="Arial"/>
              <a:buNone/>
            </a:pPr>
            <a:r>
              <a:t/>
            </a:r>
            <a:endParaRPr b="0" i="0" sz="2200" u="none">
              <a:solidFill>
                <a:schemeClr val="dk1"/>
              </a:solidFill>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String example</a:t>
            </a:r>
            <a:endParaRPr/>
          </a:p>
        </p:txBody>
      </p:sp>
      <p:sp>
        <p:nvSpPr>
          <p:cNvPr id="167" name="Google Shape;167;p2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#include &lt;stdio.h&gt;</a:t>
            </a:r>
            <a:endParaRPr/>
          </a:p>
          <a:p>
            <a:pPr indent="-182562" lvl="0" marL="182562"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Courier New"/>
              <a:ea typeface="Courier New"/>
              <a:cs typeface="Courier New"/>
              <a:sym typeface="Courier New"/>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void main(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char name[25]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printf ( "Enter your name: " )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scanf ( "%s", name )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printf ( "Hello %s!", name )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Caution on Using scanf() on String</a:t>
            </a:r>
            <a:endParaRPr/>
          </a:p>
        </p:txBody>
      </p:sp>
      <p:sp>
        <p:nvSpPr>
          <p:cNvPr id="173" name="Google Shape;173;p2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accent1"/>
              </a:buClr>
              <a:buSzPts val="2040"/>
              <a:buFont typeface="Arial"/>
              <a:buAutoNum type="alphaLcParenR"/>
            </a:pPr>
            <a:r>
              <a:rPr b="0" i="0" lang="en-US" sz="2400" u="none">
                <a:solidFill>
                  <a:schemeClr val="dk1"/>
                </a:solidFill>
                <a:latin typeface="Arial"/>
                <a:ea typeface="Arial"/>
                <a:cs typeface="Arial"/>
                <a:sym typeface="Arial"/>
              </a:rPr>
              <a:t>The length of the string should not exceed the dimension of the character array. This is because the C compiler doesn’t perform bounds checking on character arrays. </a:t>
            </a:r>
            <a:endParaRPr/>
          </a:p>
          <a:p>
            <a:pPr indent="-514350" lvl="0" marL="514350" marR="0" rtl="0" algn="l">
              <a:lnSpc>
                <a:spcPct val="100000"/>
              </a:lnSpc>
              <a:spcBef>
                <a:spcPts val="480"/>
              </a:spcBef>
              <a:spcAft>
                <a:spcPts val="0"/>
              </a:spcAft>
              <a:buClr>
                <a:schemeClr val="accent1"/>
              </a:buClr>
              <a:buSzPts val="2040"/>
              <a:buFont typeface="Arial"/>
              <a:buAutoNum type="alphaLcParenR"/>
            </a:pPr>
            <a:r>
              <a:rPr b="1" i="0" lang="en-US" sz="2400" u="none">
                <a:solidFill>
                  <a:schemeClr val="dk1"/>
                </a:solidFill>
                <a:latin typeface="Arial"/>
                <a:ea typeface="Arial"/>
                <a:cs typeface="Arial"/>
                <a:sym typeface="Arial"/>
              </a:rPr>
              <a:t>scanf( ) </a:t>
            </a:r>
            <a:r>
              <a:rPr b="0" i="0" lang="en-US" sz="2400" u="none">
                <a:solidFill>
                  <a:schemeClr val="dk1"/>
                </a:solidFill>
                <a:latin typeface="Arial"/>
                <a:ea typeface="Arial"/>
                <a:cs typeface="Arial"/>
                <a:sym typeface="Arial"/>
              </a:rPr>
              <a:t>is not capable of receiving multi-word strings. Therefore names such as ‘Debashish Roy’ would be unacceptable. The way to get around this limitation is by using the function </a:t>
            </a:r>
            <a:r>
              <a:rPr b="1" i="0" lang="en-US" sz="2400" u="none">
                <a:solidFill>
                  <a:schemeClr val="dk1"/>
                </a:solidFill>
                <a:latin typeface="Arial"/>
                <a:ea typeface="Arial"/>
                <a:cs typeface="Arial"/>
                <a:sym typeface="Arial"/>
              </a:rPr>
              <a:t>gets( )</a:t>
            </a:r>
            <a:r>
              <a:rPr b="0" i="0" lang="en-US" sz="2400" u="none">
                <a:solidFill>
                  <a:schemeClr val="dk1"/>
                </a:solidFill>
                <a:latin typeface="Arial"/>
                <a:ea typeface="Arial"/>
                <a:cs typeface="Arial"/>
                <a:sym typeface="Arial"/>
              </a:rPr>
              <a:t>. The usage of functions </a:t>
            </a:r>
            <a:r>
              <a:rPr b="1" i="0" lang="en-US" sz="2400" u="none">
                <a:solidFill>
                  <a:schemeClr val="dk1"/>
                </a:solidFill>
                <a:latin typeface="Arial"/>
                <a:ea typeface="Arial"/>
                <a:cs typeface="Arial"/>
                <a:sym typeface="Arial"/>
              </a:rPr>
              <a:t>gets( ) </a:t>
            </a:r>
            <a:r>
              <a:rPr b="0" i="0" lang="en-US" sz="2400" u="none">
                <a:solidFill>
                  <a:schemeClr val="dk1"/>
                </a:solidFill>
                <a:latin typeface="Arial"/>
                <a:ea typeface="Arial"/>
                <a:cs typeface="Arial"/>
                <a:sym typeface="Arial"/>
              </a:rPr>
              <a:t>and its counterpart </a:t>
            </a:r>
            <a:r>
              <a:rPr b="1" i="0" lang="en-US" sz="2400" u="none">
                <a:solidFill>
                  <a:schemeClr val="dk1"/>
                </a:solidFill>
                <a:latin typeface="Arial"/>
                <a:ea typeface="Arial"/>
                <a:cs typeface="Arial"/>
                <a:sym typeface="Arial"/>
              </a:rPr>
              <a:t>puts( ) </a:t>
            </a:r>
            <a:endParaRPr/>
          </a:p>
          <a:p>
            <a:pPr indent="-384810" lvl="0" marL="514350"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a:p>
            <a:pPr indent="-53023" lvl="0" marL="182563" marR="0" rtl="0" algn="l">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puts ( ) and gets ()  example</a:t>
            </a:r>
            <a:endParaRPr/>
          </a:p>
        </p:txBody>
      </p:sp>
      <p:sp>
        <p:nvSpPr>
          <p:cNvPr id="179" name="Google Shape;179;p25"/>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#include &lt;stdio.h&gt;</a:t>
            </a:r>
            <a:endParaRPr/>
          </a:p>
          <a:p>
            <a:pPr indent="-182562" lvl="0" marL="182562"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Courier New"/>
              <a:ea typeface="Courier New"/>
              <a:cs typeface="Courier New"/>
              <a:sym typeface="Courier New"/>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void main(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char name[25]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printf ( "Enter your fullname: " )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gets ( name )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puts ( "Hello!" )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puts ( name )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a:p>
            <a:pPr indent="-53023" lvl="0" marL="182563" marR="0" rtl="0" algn="l">
              <a:spcBef>
                <a:spcPts val="480"/>
              </a:spcBef>
              <a:spcAft>
                <a:spcPts val="0"/>
              </a:spcAft>
              <a:buClr>
                <a:schemeClr val="accent1"/>
              </a:buClr>
              <a:buSzPts val="2040"/>
              <a:buFont typeface="Arial"/>
              <a:buNone/>
            </a:pPr>
            <a:r>
              <a:t/>
            </a:r>
            <a:endParaRPr b="0" i="0" sz="2400" u="none">
              <a:solidFill>
                <a:schemeClr val="dk1"/>
              </a:solidFill>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Pointers and Strings</a:t>
            </a:r>
            <a:endParaRPr/>
          </a:p>
        </p:txBody>
      </p:sp>
      <p:sp>
        <p:nvSpPr>
          <p:cNvPr id="185" name="Google Shape;185;p26"/>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90000"/>
              </a:lnSpc>
              <a:spcBef>
                <a:spcPts val="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We can either store it in a string or we may ask the C compiler to store it at some location in memory and assign the address of the string in a </a:t>
            </a:r>
            <a:r>
              <a:rPr b="1" i="0" lang="en-US" sz="2400" u="none">
                <a:solidFill>
                  <a:schemeClr val="dk1"/>
                </a:solidFill>
                <a:latin typeface="Arial"/>
                <a:ea typeface="Arial"/>
                <a:cs typeface="Arial"/>
                <a:sym typeface="Arial"/>
              </a:rPr>
              <a:t>char </a:t>
            </a:r>
            <a:r>
              <a:rPr b="0" i="0" lang="en-US" sz="2400" u="none">
                <a:solidFill>
                  <a:schemeClr val="dk1"/>
                </a:solidFill>
                <a:latin typeface="Arial"/>
                <a:ea typeface="Arial"/>
                <a:cs typeface="Arial"/>
                <a:sym typeface="Arial"/>
              </a:rPr>
              <a:t>pointer </a:t>
            </a:r>
            <a:endParaRPr b="0" i="0" sz="2400" u="none">
              <a:solidFill>
                <a:schemeClr val="dk1"/>
              </a:solidFill>
              <a:latin typeface="Arial"/>
              <a:ea typeface="Arial"/>
              <a:cs typeface="Arial"/>
              <a:sym typeface="Arial"/>
            </a:endParaRPr>
          </a:p>
          <a:p>
            <a:pPr indent="0" lvl="3" marL="822325" marR="0" rtl="0" algn="l">
              <a:lnSpc>
                <a:spcPct val="90000"/>
              </a:lnSpc>
              <a:spcBef>
                <a:spcPts val="400"/>
              </a:spcBef>
              <a:spcAft>
                <a:spcPts val="0"/>
              </a:spcAft>
              <a:buClr>
                <a:schemeClr val="accent1"/>
              </a:buClr>
              <a:buSzPts val="2000"/>
              <a:buFont typeface="Arial"/>
              <a:buNone/>
            </a:pPr>
            <a:r>
              <a:rPr b="0" i="0" lang="en-US" sz="2000" u="none" cap="none" strike="noStrike">
                <a:solidFill>
                  <a:schemeClr val="dk1"/>
                </a:solidFill>
                <a:latin typeface="Courier New"/>
                <a:ea typeface="Courier New"/>
                <a:cs typeface="Courier New"/>
                <a:sym typeface="Courier New"/>
              </a:rPr>
              <a:t>char str[ ] = "Hello" ; </a:t>
            </a:r>
            <a:endParaRPr/>
          </a:p>
          <a:p>
            <a:pPr indent="0" lvl="3" marL="822325" marR="0" rtl="0" algn="l">
              <a:lnSpc>
                <a:spcPct val="90000"/>
              </a:lnSpc>
              <a:spcBef>
                <a:spcPts val="400"/>
              </a:spcBef>
              <a:spcAft>
                <a:spcPts val="0"/>
              </a:spcAft>
              <a:buClr>
                <a:schemeClr val="accent1"/>
              </a:buClr>
              <a:buSzPts val="2000"/>
              <a:buFont typeface="Arial"/>
              <a:buNone/>
            </a:pPr>
            <a:r>
              <a:rPr b="0" i="0" lang="en-US" sz="2000" u="none" cap="none" strike="noStrike">
                <a:solidFill>
                  <a:schemeClr val="dk1"/>
                </a:solidFill>
                <a:latin typeface="Courier New"/>
                <a:ea typeface="Courier New"/>
                <a:cs typeface="Courier New"/>
                <a:sym typeface="Courier New"/>
              </a:rPr>
              <a:t>char *p = "Hello" ; </a:t>
            </a:r>
            <a:endParaRPr b="0" i="0" sz="2000" u="none" cap="none" strike="noStrike">
              <a:solidFill>
                <a:schemeClr val="dk1"/>
              </a:solidFill>
              <a:latin typeface="Courier New"/>
              <a:ea typeface="Courier New"/>
              <a:cs typeface="Courier New"/>
              <a:sym typeface="Courier New"/>
            </a:endParaRPr>
          </a:p>
          <a:p>
            <a:pPr indent="-182562" lvl="0" marL="182562" marR="0" rtl="0" algn="l">
              <a:lnSpc>
                <a:spcPct val="90000"/>
              </a:lnSpc>
              <a:spcBef>
                <a:spcPts val="560"/>
              </a:spcBef>
              <a:spcAft>
                <a:spcPts val="0"/>
              </a:spcAft>
              <a:buClr>
                <a:schemeClr val="accent1"/>
              </a:buClr>
              <a:buSzPts val="2380"/>
              <a:buFont typeface="Arial"/>
              <a:buChar char="•"/>
            </a:pPr>
            <a:r>
              <a:rPr b="0" i="0" lang="en-US" sz="2800" u="none">
                <a:solidFill>
                  <a:schemeClr val="dk1"/>
                </a:solidFill>
                <a:latin typeface="Arial"/>
                <a:ea typeface="Arial"/>
                <a:cs typeface="Arial"/>
                <a:sym typeface="Arial"/>
              </a:rPr>
              <a:t>We cannot assign a string to another, whereas, we can assign a </a:t>
            </a:r>
            <a:r>
              <a:rPr b="1" i="0" lang="en-US" sz="2800" u="none">
                <a:solidFill>
                  <a:schemeClr val="dk1"/>
                </a:solidFill>
                <a:latin typeface="Arial"/>
                <a:ea typeface="Arial"/>
                <a:cs typeface="Arial"/>
                <a:sym typeface="Arial"/>
              </a:rPr>
              <a:t>char </a:t>
            </a:r>
            <a:r>
              <a:rPr b="0" i="0" lang="en-US" sz="2800" u="none">
                <a:solidFill>
                  <a:schemeClr val="dk1"/>
                </a:solidFill>
                <a:latin typeface="Arial"/>
                <a:ea typeface="Arial"/>
                <a:cs typeface="Arial"/>
                <a:sym typeface="Arial"/>
              </a:rPr>
              <a:t>pointer to another </a:t>
            </a:r>
            <a:r>
              <a:rPr b="1" i="0" lang="en-US" sz="2800" u="none">
                <a:solidFill>
                  <a:schemeClr val="dk1"/>
                </a:solidFill>
                <a:latin typeface="Arial"/>
                <a:ea typeface="Arial"/>
                <a:cs typeface="Arial"/>
                <a:sym typeface="Arial"/>
              </a:rPr>
              <a:t>char </a:t>
            </a:r>
            <a:r>
              <a:rPr b="0" i="0" lang="en-US" sz="2800" u="none">
                <a:solidFill>
                  <a:schemeClr val="dk1"/>
                </a:solidFill>
                <a:latin typeface="Arial"/>
                <a:ea typeface="Arial"/>
                <a:cs typeface="Arial"/>
                <a:sym typeface="Arial"/>
              </a:rPr>
              <a:t>pointer. </a:t>
            </a:r>
            <a:endParaRPr/>
          </a:p>
          <a:p>
            <a:pPr indent="-182562" lvl="0" marL="182562" marR="0" rtl="0" algn="l">
              <a:lnSpc>
                <a:spcPct val="90000"/>
              </a:lnSpc>
              <a:spcBef>
                <a:spcPts val="560"/>
              </a:spcBef>
              <a:spcAft>
                <a:spcPts val="0"/>
              </a:spcAft>
              <a:buClr>
                <a:schemeClr val="accent1"/>
              </a:buClr>
              <a:buSzPts val="2380"/>
              <a:buFont typeface="Arial"/>
              <a:buChar char="•"/>
            </a:pPr>
            <a:r>
              <a:rPr b="0" i="0" lang="en-US" sz="2800" u="none">
                <a:solidFill>
                  <a:schemeClr val="dk1"/>
                </a:solidFill>
                <a:latin typeface="Arial"/>
                <a:ea typeface="Arial"/>
                <a:cs typeface="Arial"/>
                <a:sym typeface="Arial"/>
              </a:rPr>
              <a:t>Once a string has been defined it cannot be initialized to another set of characters. Unlike strings, such an operation is perfectly valid with </a:t>
            </a:r>
            <a:r>
              <a:rPr b="1" i="0" lang="en-US" sz="2800" u="none">
                <a:solidFill>
                  <a:schemeClr val="dk1"/>
                </a:solidFill>
                <a:latin typeface="Arial"/>
                <a:ea typeface="Arial"/>
                <a:cs typeface="Arial"/>
                <a:sym typeface="Arial"/>
              </a:rPr>
              <a:t>char </a:t>
            </a:r>
            <a:r>
              <a:rPr b="0" i="0" lang="en-US" sz="2800" u="none">
                <a:solidFill>
                  <a:schemeClr val="dk1"/>
                </a:solidFill>
                <a:latin typeface="Arial"/>
                <a:ea typeface="Arial"/>
                <a:cs typeface="Arial"/>
                <a:sym typeface="Arial"/>
              </a:rPr>
              <a:t>pointers.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Pointers and strings</a:t>
            </a:r>
            <a:endParaRPr/>
          </a:p>
        </p:txBody>
      </p:sp>
      <p:sp>
        <p:nvSpPr>
          <p:cNvPr id="191" name="Google Shape;191;p2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90000"/>
              </a:lnSpc>
              <a:spcBef>
                <a:spcPts val="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#include &lt;stdio.h&gt;</a:t>
            </a:r>
            <a:endParaRPr/>
          </a:p>
          <a:p>
            <a:pPr indent="-182562" lvl="0" marL="182562" marR="0" rtl="0" algn="l">
              <a:lnSpc>
                <a:spcPct val="90000"/>
              </a:lnSpc>
              <a:spcBef>
                <a:spcPts val="480"/>
              </a:spcBef>
              <a:spcAft>
                <a:spcPts val="0"/>
              </a:spcAft>
              <a:buClr>
                <a:schemeClr val="accent1"/>
              </a:buClr>
              <a:buSzPts val="2040"/>
              <a:buFont typeface="Arial"/>
              <a:buNone/>
            </a:pPr>
            <a:r>
              <a:t/>
            </a:r>
            <a:endParaRPr b="0" i="0" sz="2400" u="none">
              <a:solidFill>
                <a:schemeClr val="dk1"/>
              </a:solidFill>
              <a:latin typeface="Courier New"/>
              <a:ea typeface="Courier New"/>
              <a:cs typeface="Courier New"/>
              <a:sym typeface="Courier New"/>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void main(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char str1[ ] = "Hello"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char *p = "Hello"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//str1 = "Bye" ; /* error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p = "Bye" ; /* works */</a:t>
            </a:r>
            <a:endParaRPr/>
          </a:p>
          <a:p>
            <a:pPr indent="-182562" lvl="0" marL="182562" marR="0" rtl="0" algn="l">
              <a:lnSpc>
                <a:spcPct val="90000"/>
              </a:lnSpc>
              <a:spcBef>
                <a:spcPts val="480"/>
              </a:spcBef>
              <a:spcAft>
                <a:spcPts val="0"/>
              </a:spcAft>
              <a:buClr>
                <a:schemeClr val="accent1"/>
              </a:buClr>
              <a:buSzPts val="2040"/>
              <a:buFont typeface="Arial"/>
              <a:buNone/>
            </a:pPr>
            <a:r>
              <a:t/>
            </a:r>
            <a:endParaRPr b="0" i="0" sz="2400" u="none">
              <a:solidFill>
                <a:schemeClr val="dk1"/>
              </a:solidFill>
              <a:latin typeface="Courier New"/>
              <a:ea typeface="Courier New"/>
              <a:cs typeface="Courier New"/>
              <a:sym typeface="Courier New"/>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printf("%s\n",str1);</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printf("%s",p);</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a:p>
            <a:pPr indent="-53023" lvl="0" marL="182563" marR="0" rtl="0" algn="l">
              <a:spcBef>
                <a:spcPts val="480"/>
              </a:spcBef>
              <a:spcAft>
                <a:spcPts val="0"/>
              </a:spcAft>
              <a:buClr>
                <a:schemeClr val="accent1"/>
              </a:buClr>
              <a:buSzPts val="2040"/>
              <a:buFont typeface="Arial"/>
              <a:buNone/>
            </a:pPr>
            <a:r>
              <a:t/>
            </a:r>
            <a:endParaRPr b="0" i="0" sz="2400" u="none">
              <a:solidFill>
                <a:schemeClr val="dk1"/>
              </a:solidFill>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8"/>
          <p:cNvPicPr preferRelativeResize="0"/>
          <p:nvPr/>
        </p:nvPicPr>
        <p:blipFill rotWithShape="1">
          <a:blip r:embed="rId3">
            <a:alphaModFix/>
          </a:blip>
          <a:srcRect b="0" l="0" r="0" t="0"/>
          <a:stretch/>
        </p:blipFill>
        <p:spPr>
          <a:xfrm>
            <a:off x="2232025" y="3241675"/>
            <a:ext cx="4929187" cy="3471862"/>
          </a:xfrm>
          <a:prstGeom prst="rect">
            <a:avLst/>
          </a:prstGeom>
          <a:noFill/>
          <a:ln>
            <a:noFill/>
          </a:ln>
        </p:spPr>
      </p:pic>
      <p:sp>
        <p:nvSpPr>
          <p:cNvPr id="197" name="Google Shape;197;p28"/>
          <p:cNvSpPr txBox="1"/>
          <p:nvPr>
            <p:ph type="title"/>
          </p:nvPr>
        </p:nvSpPr>
        <p:spPr>
          <a:xfrm>
            <a:off x="457200" y="3810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Standard Library String Functions</a:t>
            </a:r>
            <a:endParaRPr/>
          </a:p>
        </p:txBody>
      </p:sp>
      <p:sp>
        <p:nvSpPr>
          <p:cNvPr id="198" name="Google Shape;198;p28"/>
          <p:cNvSpPr txBox="1"/>
          <p:nvPr>
            <p:ph idx="1" type="body"/>
          </p:nvPr>
        </p:nvSpPr>
        <p:spPr>
          <a:xfrm>
            <a:off x="571500" y="1295400"/>
            <a:ext cx="8229600" cy="4876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With every C compiler a large set of useful string handling library functions are provided. </a:t>
            </a:r>
            <a:endParaRPr/>
          </a:p>
        </p:txBody>
      </p:sp>
      <p:pic>
        <p:nvPicPr>
          <p:cNvPr id="199" name="Google Shape;199;p28"/>
          <p:cNvPicPr preferRelativeResize="0"/>
          <p:nvPr/>
        </p:nvPicPr>
        <p:blipFill rotWithShape="1">
          <a:blip r:embed="rId4">
            <a:alphaModFix/>
          </a:blip>
          <a:srcRect b="0" l="0" r="0" t="0"/>
          <a:stretch/>
        </p:blipFill>
        <p:spPr>
          <a:xfrm>
            <a:off x="2209800" y="1676400"/>
            <a:ext cx="4953000" cy="160813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strlen( )</a:t>
            </a:r>
            <a:endParaRPr/>
          </a:p>
        </p:txBody>
      </p:sp>
      <p:sp>
        <p:nvSpPr>
          <p:cNvPr id="205" name="Google Shape;205;p29"/>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This function counts the number of characters present in a string.</a:t>
            </a:r>
            <a:endParaRPr/>
          </a:p>
          <a:p>
            <a:pPr indent="-182562" lvl="0" marL="182562" marR="0" rtl="0" algn="l">
              <a:lnSpc>
                <a:spcPct val="100000"/>
              </a:lnSpc>
              <a:spcBef>
                <a:spcPts val="48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Note that in the first call to the function </a:t>
            </a:r>
            <a:r>
              <a:rPr b="1" i="0" lang="en-US" sz="2400" u="none">
                <a:solidFill>
                  <a:schemeClr val="dk1"/>
                </a:solidFill>
                <a:latin typeface="Arial"/>
                <a:ea typeface="Arial"/>
                <a:cs typeface="Arial"/>
                <a:sym typeface="Arial"/>
              </a:rPr>
              <a:t>strlen( )</a:t>
            </a:r>
            <a:r>
              <a:rPr b="0" i="0" lang="en-US" sz="2400" u="none">
                <a:solidFill>
                  <a:schemeClr val="dk1"/>
                </a:solidFill>
                <a:latin typeface="Arial"/>
                <a:ea typeface="Arial"/>
                <a:cs typeface="Arial"/>
                <a:sym typeface="Arial"/>
              </a:rPr>
              <a:t>, we are passing the base address of the string, and the function in turn returns the length of the string. While calculating the length it doesn’t count ‘\0’.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strlen ( ) example</a:t>
            </a:r>
            <a:endParaRPr/>
          </a:p>
        </p:txBody>
      </p:sp>
      <p:sp>
        <p:nvSpPr>
          <p:cNvPr id="211" name="Google Shape;211;p30"/>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80000"/>
              </a:lnSpc>
              <a:spcBef>
                <a:spcPts val="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#include &lt;stdio.h&gt;</a:t>
            </a:r>
            <a:endParaRPr/>
          </a:p>
          <a:p>
            <a:pPr indent="-182562" lvl="0" marL="182562" marR="0" rtl="0" algn="l">
              <a:lnSpc>
                <a:spcPct val="80000"/>
              </a:lnSpc>
              <a:spcBef>
                <a:spcPts val="440"/>
              </a:spcBef>
              <a:spcAft>
                <a:spcPts val="0"/>
              </a:spcAft>
              <a:buClr>
                <a:schemeClr val="accent1"/>
              </a:buClr>
              <a:buSzPts val="1870"/>
              <a:buFont typeface="Arial"/>
              <a:buNone/>
            </a:pPr>
            <a:r>
              <a:t/>
            </a:r>
            <a:endParaRPr b="0" i="0" sz="2200" u="none">
              <a:solidFill>
                <a:schemeClr val="dk1"/>
              </a:solidFill>
              <a:latin typeface="Courier New"/>
              <a:ea typeface="Courier New"/>
              <a:cs typeface="Courier New"/>
              <a:sym typeface="Courier New"/>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void main(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    char arr[ ] = "Bamboozled"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    int len1, len2 ;</a:t>
            </a:r>
            <a:endParaRPr/>
          </a:p>
          <a:p>
            <a:pPr indent="-182562" lvl="0" marL="182562" marR="0" rtl="0" algn="l">
              <a:lnSpc>
                <a:spcPct val="80000"/>
              </a:lnSpc>
              <a:spcBef>
                <a:spcPts val="440"/>
              </a:spcBef>
              <a:spcAft>
                <a:spcPts val="0"/>
              </a:spcAft>
              <a:buClr>
                <a:schemeClr val="accent1"/>
              </a:buClr>
              <a:buSzPts val="1870"/>
              <a:buFont typeface="Arial"/>
              <a:buNone/>
            </a:pPr>
            <a:r>
              <a:t/>
            </a:r>
            <a:endParaRPr b="0" i="0" sz="2200" u="none">
              <a:solidFill>
                <a:schemeClr val="dk1"/>
              </a:solidFill>
              <a:latin typeface="Courier New"/>
              <a:ea typeface="Courier New"/>
              <a:cs typeface="Courier New"/>
              <a:sym typeface="Courier New"/>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    len1 = strlen ( arr )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    len2 = strlen ( "Humpty Dumpty" )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    printf ( "\nstring = %s length = %d", arr, len1 )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    printf ( "\nstring = %s length = %d", "Humpty Dumpty", len2 ) ;</a:t>
            </a:r>
            <a:endParaRPr/>
          </a:p>
          <a:p>
            <a:pPr indent="-182562" lvl="0" marL="182562" marR="0" rtl="0" algn="l">
              <a:lnSpc>
                <a:spcPct val="8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a:t>
            </a:r>
            <a:endParaRPr/>
          </a:p>
          <a:p>
            <a:pPr indent="-63817" lvl="0" marL="182563" marR="0" rtl="0" algn="l">
              <a:spcBef>
                <a:spcPts val="440"/>
              </a:spcBef>
              <a:spcAft>
                <a:spcPts val="0"/>
              </a:spcAft>
              <a:buClr>
                <a:schemeClr val="accent1"/>
              </a:buClr>
              <a:buSzPts val="1870"/>
              <a:buFont typeface="Arial"/>
              <a:buNone/>
            </a:pPr>
            <a:r>
              <a:t/>
            </a:r>
            <a:endParaRPr b="0" i="0" sz="2200" u="none">
              <a:solidFill>
                <a:schemeClr val="dk1"/>
              </a:solidFill>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1" i="0" lang="en-US" sz="4000" u="none">
                <a:solidFill>
                  <a:schemeClr val="dk2"/>
                </a:solidFill>
                <a:latin typeface="Arial"/>
                <a:ea typeface="Arial"/>
                <a:cs typeface="Arial"/>
                <a:sym typeface="Arial"/>
              </a:rPr>
              <a:t>strcpy( ) </a:t>
            </a:r>
            <a:endParaRPr/>
          </a:p>
        </p:txBody>
      </p:sp>
      <p:sp>
        <p:nvSpPr>
          <p:cNvPr id="217" name="Google Shape;217;p31"/>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This function copies the contents of one string into another. The base addresses of the source and target strings should be supplied to this function. </a:t>
            </a:r>
            <a:endParaRPr/>
          </a:p>
          <a:p>
            <a:pPr indent="-182562" lvl="0" marL="182562" marR="0" rtl="0" algn="l">
              <a:lnSpc>
                <a:spcPct val="100000"/>
              </a:lnSpc>
              <a:spcBef>
                <a:spcPts val="48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On supplying the base addresses, </a:t>
            </a:r>
            <a:r>
              <a:rPr b="1" i="0" lang="en-US" sz="2400" u="none">
                <a:solidFill>
                  <a:schemeClr val="dk1"/>
                </a:solidFill>
                <a:latin typeface="Arial"/>
                <a:ea typeface="Arial"/>
                <a:cs typeface="Arial"/>
                <a:sym typeface="Arial"/>
              </a:rPr>
              <a:t>strcpy( ) </a:t>
            </a:r>
            <a:r>
              <a:rPr b="0" i="0" lang="en-US" sz="2400" u="none">
                <a:solidFill>
                  <a:schemeClr val="dk1"/>
                </a:solidFill>
                <a:latin typeface="Arial"/>
                <a:ea typeface="Arial"/>
                <a:cs typeface="Arial"/>
                <a:sym typeface="Arial"/>
              </a:rPr>
              <a:t>goes on copying the characters in source string into the target string till it doesn't encounter the end of source string (‘\0’). It is our responsibility to see to it that the target string’s dimension is big enough to hold the string being copied into it.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strycpy ( ) example</a:t>
            </a:r>
            <a:endParaRPr/>
          </a:p>
        </p:txBody>
      </p:sp>
      <p:sp>
        <p:nvSpPr>
          <p:cNvPr id="223" name="Google Shape;223;p32"/>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100000"/>
              </a:lnSpc>
              <a:spcBef>
                <a:spcPts val="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#include &lt;stdio.h&gt;</a:t>
            </a:r>
            <a:endParaRPr/>
          </a:p>
          <a:p>
            <a:pPr indent="-182562" lvl="0" marL="182562" marR="0" rtl="0" algn="l">
              <a:lnSpc>
                <a:spcPct val="100000"/>
              </a:lnSpc>
              <a:spcBef>
                <a:spcPts val="440"/>
              </a:spcBef>
              <a:spcAft>
                <a:spcPts val="0"/>
              </a:spcAft>
              <a:buClr>
                <a:schemeClr val="accent1"/>
              </a:buClr>
              <a:buSzPts val="1870"/>
              <a:buFont typeface="Arial"/>
              <a:buNone/>
            </a:pPr>
            <a:r>
              <a:t/>
            </a:r>
            <a:endParaRPr b="0" i="0" sz="2200" u="none">
              <a:solidFill>
                <a:schemeClr val="dk1"/>
              </a:solidFill>
              <a:latin typeface="Courier New"/>
              <a:ea typeface="Courier New"/>
              <a:cs typeface="Courier New"/>
              <a:sym typeface="Courier New"/>
            </a:endParaRPr>
          </a:p>
          <a:p>
            <a:pPr indent="-182562" lvl="0" marL="182562" marR="0" rtl="0" algn="l">
              <a:lnSpc>
                <a:spcPct val="10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void main( )</a:t>
            </a:r>
            <a:endParaRPr/>
          </a:p>
          <a:p>
            <a:pPr indent="-182562" lvl="0" marL="182562" marR="0" rtl="0" algn="l">
              <a:lnSpc>
                <a:spcPct val="10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a:t>
            </a:r>
            <a:endParaRPr/>
          </a:p>
          <a:p>
            <a:pPr indent="-182562" lvl="0" marL="182562" marR="0" rtl="0" algn="l">
              <a:lnSpc>
                <a:spcPct val="10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    char source[ ] = "Sayonara" ;</a:t>
            </a:r>
            <a:endParaRPr/>
          </a:p>
          <a:p>
            <a:pPr indent="-182562" lvl="0" marL="182562" marR="0" rtl="0" algn="l">
              <a:lnSpc>
                <a:spcPct val="10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    char target[20] ;</a:t>
            </a:r>
            <a:endParaRPr/>
          </a:p>
          <a:p>
            <a:pPr indent="-182562" lvl="0" marL="182562" marR="0" rtl="0" algn="l">
              <a:lnSpc>
                <a:spcPct val="100000"/>
              </a:lnSpc>
              <a:spcBef>
                <a:spcPts val="440"/>
              </a:spcBef>
              <a:spcAft>
                <a:spcPts val="0"/>
              </a:spcAft>
              <a:buClr>
                <a:schemeClr val="accent1"/>
              </a:buClr>
              <a:buSzPts val="1870"/>
              <a:buFont typeface="Arial"/>
              <a:buNone/>
            </a:pPr>
            <a:r>
              <a:t/>
            </a:r>
            <a:endParaRPr b="0" i="0" sz="2200" u="none">
              <a:solidFill>
                <a:schemeClr val="dk1"/>
              </a:solidFill>
              <a:latin typeface="Courier New"/>
              <a:ea typeface="Courier New"/>
              <a:cs typeface="Courier New"/>
              <a:sym typeface="Courier New"/>
            </a:endParaRPr>
          </a:p>
          <a:p>
            <a:pPr indent="-182562" lvl="0" marL="182562" marR="0" rtl="0" algn="l">
              <a:lnSpc>
                <a:spcPct val="10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    strcpy ( target, source ) ;</a:t>
            </a:r>
            <a:endParaRPr/>
          </a:p>
          <a:p>
            <a:pPr indent="-182562" lvl="0" marL="182562" marR="0" rtl="0" algn="l">
              <a:lnSpc>
                <a:spcPct val="10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    printf ( "\nsource string = %s", source ) ;</a:t>
            </a:r>
            <a:endParaRPr/>
          </a:p>
          <a:p>
            <a:pPr indent="-182562" lvl="0" marL="182562" marR="0" rtl="0" algn="l">
              <a:lnSpc>
                <a:spcPct val="10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    printf ( "\ntarget string = %s", target ) ;</a:t>
            </a:r>
            <a:endParaRPr/>
          </a:p>
          <a:p>
            <a:pPr indent="-182562" lvl="0" marL="182562" marR="0" rtl="0" algn="l">
              <a:lnSpc>
                <a:spcPct val="100000"/>
              </a:lnSpc>
              <a:spcBef>
                <a:spcPts val="440"/>
              </a:spcBef>
              <a:spcAft>
                <a:spcPts val="0"/>
              </a:spcAft>
              <a:buClr>
                <a:schemeClr val="accent1"/>
              </a:buClr>
              <a:buSzPts val="1870"/>
              <a:buFont typeface="Arial"/>
              <a:buNone/>
            </a:pPr>
            <a:r>
              <a:rPr b="0" i="0" lang="en-US" sz="2200" u="none">
                <a:solidFill>
                  <a:schemeClr val="dk1"/>
                </a:solidFill>
                <a:latin typeface="Courier New"/>
                <a:ea typeface="Courier New"/>
                <a:cs typeface="Courier New"/>
                <a:sym typeface="Courier New"/>
              </a:rPr>
              <a:t>}</a:t>
            </a:r>
            <a:endParaRPr/>
          </a:p>
          <a:p>
            <a:pPr indent="-63817" lvl="0" marL="182563" marR="0" rtl="0" algn="l">
              <a:spcBef>
                <a:spcPts val="440"/>
              </a:spcBef>
              <a:spcAft>
                <a:spcPts val="0"/>
              </a:spcAft>
              <a:buClr>
                <a:schemeClr val="accent1"/>
              </a:buClr>
              <a:buSzPts val="1870"/>
              <a:buFont typeface="Arial"/>
              <a:buNone/>
            </a:pPr>
            <a:r>
              <a:t/>
            </a:r>
            <a:endParaRPr b="0" i="0" sz="2200" u="none">
              <a:solidFill>
                <a:schemeClr val="dk1"/>
              </a:solidFill>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1" i="0" lang="en-US" sz="4000" u="none">
                <a:solidFill>
                  <a:schemeClr val="dk2"/>
                </a:solidFill>
                <a:latin typeface="Arial"/>
                <a:ea typeface="Arial"/>
                <a:cs typeface="Arial"/>
                <a:sym typeface="Arial"/>
              </a:rPr>
              <a:t>strcat( ) </a:t>
            </a:r>
            <a:endParaRPr/>
          </a:p>
        </p:txBody>
      </p:sp>
      <p:sp>
        <p:nvSpPr>
          <p:cNvPr id="229" name="Google Shape;229;p3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This function concatenates the source string at the end of the target string. </a:t>
            </a:r>
            <a:endParaRPr/>
          </a:p>
          <a:p>
            <a:pPr indent="-182562" lvl="0" marL="182562" marR="0" rtl="0" algn="l">
              <a:lnSpc>
                <a:spcPct val="100000"/>
              </a:lnSpc>
              <a:spcBef>
                <a:spcPts val="48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Note that the target string has been made big enough to hold the final string.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strcat ( ) example</a:t>
            </a:r>
            <a:endParaRPr/>
          </a:p>
        </p:txBody>
      </p:sp>
      <p:sp>
        <p:nvSpPr>
          <p:cNvPr id="235" name="Google Shape;235;p3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90000"/>
              </a:lnSpc>
              <a:spcBef>
                <a:spcPts val="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#include &lt;stdio.h&gt;</a:t>
            </a:r>
            <a:endParaRPr/>
          </a:p>
          <a:p>
            <a:pPr indent="-182562" lvl="0" marL="182562" marR="0" rtl="0" algn="l">
              <a:lnSpc>
                <a:spcPct val="90000"/>
              </a:lnSpc>
              <a:spcBef>
                <a:spcPts val="480"/>
              </a:spcBef>
              <a:spcAft>
                <a:spcPts val="0"/>
              </a:spcAft>
              <a:buClr>
                <a:schemeClr val="accent1"/>
              </a:buClr>
              <a:buSzPts val="2040"/>
              <a:buFont typeface="Arial"/>
              <a:buNone/>
            </a:pPr>
            <a:r>
              <a:t/>
            </a:r>
            <a:endParaRPr b="0" i="0" sz="2400" u="none">
              <a:solidFill>
                <a:schemeClr val="dk1"/>
              </a:solidFill>
              <a:latin typeface="Courier New"/>
              <a:ea typeface="Courier New"/>
              <a:cs typeface="Courier New"/>
              <a:sym typeface="Courier New"/>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main(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char source[ ] = "Folks!"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char target[30] = "Hello"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strcat ( target, source )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printf ( "\nsource string = %s", source )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printf ( "\ntarget string = %s", target )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a:p>
            <a:pPr indent="-53023" lvl="0" marL="182563" marR="0" rtl="0" algn="l">
              <a:spcBef>
                <a:spcPts val="480"/>
              </a:spcBef>
              <a:spcAft>
                <a:spcPts val="0"/>
              </a:spcAft>
              <a:buClr>
                <a:schemeClr val="accent1"/>
              </a:buClr>
              <a:buSzPts val="2040"/>
              <a:buFont typeface="Arial"/>
              <a:buNone/>
            </a:pPr>
            <a:r>
              <a:t/>
            </a:r>
            <a:endParaRPr b="0" i="0" sz="2400" u="none">
              <a:solidFill>
                <a:schemeClr val="dk1"/>
              </a:solidFill>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1" i="0" lang="en-US" sz="4000" u="none">
                <a:solidFill>
                  <a:schemeClr val="dk2"/>
                </a:solidFill>
                <a:latin typeface="Arial"/>
                <a:ea typeface="Arial"/>
                <a:cs typeface="Arial"/>
                <a:sym typeface="Arial"/>
              </a:rPr>
              <a:t>strcmp( ) </a:t>
            </a:r>
            <a:endParaRPr/>
          </a:p>
        </p:txBody>
      </p:sp>
      <p:sp>
        <p:nvSpPr>
          <p:cNvPr id="241" name="Google Shape;241;p35"/>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This is a function which compares two strings to find out whether they are same or different. The two strings are compared character by character until there is a mismatch or end of one of the strings is reached, whichever occurs first. </a:t>
            </a:r>
            <a:endParaRPr/>
          </a:p>
          <a:p>
            <a:pPr indent="-182562" lvl="0" marL="182562" marR="0" rtl="0" algn="l">
              <a:lnSpc>
                <a:spcPct val="100000"/>
              </a:lnSpc>
              <a:spcBef>
                <a:spcPts val="48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If the two strings are identical, </a:t>
            </a:r>
            <a:r>
              <a:rPr b="1" i="0" lang="en-US" sz="2400" u="none">
                <a:solidFill>
                  <a:schemeClr val="dk1"/>
                </a:solidFill>
                <a:latin typeface="Arial"/>
                <a:ea typeface="Arial"/>
                <a:cs typeface="Arial"/>
                <a:sym typeface="Arial"/>
              </a:rPr>
              <a:t>strcmp( ) </a:t>
            </a:r>
            <a:r>
              <a:rPr b="0" i="0" lang="en-US" sz="2400" u="none">
                <a:solidFill>
                  <a:schemeClr val="dk1"/>
                </a:solidFill>
                <a:latin typeface="Arial"/>
                <a:ea typeface="Arial"/>
                <a:cs typeface="Arial"/>
                <a:sym typeface="Arial"/>
              </a:rPr>
              <a:t>returns a value zero. If they’re not, it returns the numeric difference between the ASCII values of the first non-matching pairs of characters.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strcmp ( ) example</a:t>
            </a:r>
            <a:endParaRPr/>
          </a:p>
        </p:txBody>
      </p:sp>
      <p:sp>
        <p:nvSpPr>
          <p:cNvPr id="247" name="Google Shape;247;p36"/>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90000"/>
              </a:lnSpc>
              <a:spcBef>
                <a:spcPts val="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#include &lt;stdio.h&gt;</a:t>
            </a:r>
            <a:endParaRPr/>
          </a:p>
          <a:p>
            <a:pPr indent="-182562" lvl="0" marL="182562" marR="0" rtl="0" algn="l">
              <a:lnSpc>
                <a:spcPct val="90000"/>
              </a:lnSpc>
              <a:spcBef>
                <a:spcPts val="480"/>
              </a:spcBef>
              <a:spcAft>
                <a:spcPts val="0"/>
              </a:spcAft>
              <a:buClr>
                <a:schemeClr val="accent1"/>
              </a:buClr>
              <a:buSzPts val="2040"/>
              <a:buFont typeface="Arial"/>
              <a:buNone/>
            </a:pPr>
            <a:r>
              <a:t/>
            </a:r>
            <a:endParaRPr b="0" i="0" sz="2400" u="none">
              <a:solidFill>
                <a:schemeClr val="dk1"/>
              </a:solidFill>
              <a:latin typeface="Courier New"/>
              <a:ea typeface="Courier New"/>
              <a:cs typeface="Courier New"/>
              <a:sym typeface="Courier New"/>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void main(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char string1[ ] = "Jerry"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char string2[ ] = "Ferry"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int i, j, k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i = strcmp ( string1, "Jerry" )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j = strcmp ( string1, string2 )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k = strcmp ( string1, "Jerry boy" )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printf ( "\n%d %d %d", i, j, k ) ;</a:t>
            </a:r>
            <a:endParaRPr/>
          </a:p>
          <a:p>
            <a:pPr indent="-182562" lvl="0" marL="182562"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a:p>
            <a:pPr indent="-53023" lvl="0" marL="182563" marR="0" rtl="0" algn="l">
              <a:spcBef>
                <a:spcPts val="480"/>
              </a:spcBef>
              <a:spcAft>
                <a:spcPts val="0"/>
              </a:spcAft>
              <a:buClr>
                <a:schemeClr val="accent1"/>
              </a:buClr>
              <a:buSzPts val="2040"/>
              <a:buFont typeface="Arial"/>
              <a:buNone/>
            </a:pPr>
            <a:r>
              <a:t/>
            </a:r>
            <a:endParaRPr b="0" i="0" sz="2400" u="none">
              <a:solidFill>
                <a:schemeClr val="dk1"/>
              </a:solidFill>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Calibri"/>
              <a:buNone/>
            </a:pPr>
            <a:r>
              <a:rPr b="1" i="0" lang="en-US" sz="4000" u="sng">
                <a:solidFill>
                  <a:schemeClr val="dk2"/>
                </a:solidFill>
                <a:latin typeface="Calibri"/>
                <a:ea typeface="Calibri"/>
                <a:cs typeface="Calibri"/>
                <a:sym typeface="Calibri"/>
              </a:rPr>
              <a:t>Data Types Revisited</a:t>
            </a:r>
            <a:endParaRPr/>
          </a:p>
        </p:txBody>
      </p:sp>
      <p:sp>
        <p:nvSpPr>
          <p:cNvPr id="253" name="Google Shape;253;p3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0" lvl="0" marL="0" marR="0" rtl="0" algn="just">
              <a:lnSpc>
                <a:spcPct val="100000"/>
              </a:lnSpc>
              <a:spcBef>
                <a:spcPts val="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C programming language which has the ability to divide the data into different types. The type of a variable determine the what kind of values it may take on. The various data types are</a:t>
            </a:r>
            <a:endParaRPr/>
          </a:p>
          <a:p>
            <a:pPr indent="-129540" lvl="0" marL="0" marR="0" rtl="0" algn="just">
              <a:lnSpc>
                <a:spcPct val="100000"/>
              </a:lnSpc>
              <a:spcBef>
                <a:spcPts val="48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Simple Data type</a:t>
            </a:r>
            <a:endParaRPr/>
          </a:p>
          <a:p>
            <a:pPr indent="0" lvl="0" marL="0" marR="0" rtl="0" algn="just">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 Integer, Float, Void, Char</a:t>
            </a:r>
            <a:endParaRPr b="0" i="0" sz="2400" u="none">
              <a:solidFill>
                <a:schemeClr val="dk1"/>
              </a:solidFill>
              <a:latin typeface="Arial"/>
              <a:ea typeface="Arial"/>
              <a:cs typeface="Arial"/>
              <a:sym typeface="Arial"/>
            </a:endParaRPr>
          </a:p>
          <a:p>
            <a:pPr indent="-129540" lvl="0" marL="0" marR="0" rtl="0" algn="just">
              <a:lnSpc>
                <a:spcPct val="100000"/>
              </a:lnSpc>
              <a:spcBef>
                <a:spcPts val="48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Structured Data type</a:t>
            </a:r>
            <a:endParaRPr/>
          </a:p>
          <a:p>
            <a:pPr indent="0" lvl="0" marL="0" marR="0" rtl="0" algn="just">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🡪Array, Strings</a:t>
            </a:r>
            <a:endParaRPr b="0" i="0" sz="2400" u="none">
              <a:solidFill>
                <a:schemeClr val="dk1"/>
              </a:solidFill>
              <a:latin typeface="Arial"/>
              <a:ea typeface="Arial"/>
              <a:cs typeface="Arial"/>
              <a:sym typeface="Arial"/>
            </a:endParaRPr>
          </a:p>
          <a:p>
            <a:pPr indent="-129540" lvl="0" marL="0" marR="0" rtl="0" algn="just">
              <a:lnSpc>
                <a:spcPct val="100000"/>
              </a:lnSpc>
              <a:spcBef>
                <a:spcPts val="48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User Defined Data type</a:t>
            </a:r>
            <a:endParaRPr/>
          </a:p>
          <a:p>
            <a:pPr indent="0" lvl="0" marL="0" marR="0" rtl="0" algn="just">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🡪Enum, Structures, Unions</a:t>
            </a:r>
            <a:endParaRPr b="0" i="0" sz="2400" u="none">
              <a:solidFill>
                <a:schemeClr val="dk1"/>
              </a:solidFill>
              <a:latin typeface="Arial"/>
              <a:ea typeface="Arial"/>
              <a:cs typeface="Arial"/>
              <a:sym typeface="Arial"/>
            </a:endParaRPr>
          </a:p>
          <a:p>
            <a:pPr indent="-53023" lvl="0" marL="182563" marR="0" rtl="0" algn="l">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p:txBody>
      </p:sp>
      <p:pic>
        <p:nvPicPr>
          <p:cNvPr id="254" name="Google Shape;254;p37"/>
          <p:cNvPicPr preferRelativeResize="0"/>
          <p:nvPr/>
        </p:nvPicPr>
        <p:blipFill rotWithShape="1">
          <a:blip r:embed="rId3">
            <a:alphaModFix/>
          </a:blip>
          <a:srcRect b="0" l="0" r="0" t="0"/>
          <a:stretch/>
        </p:blipFill>
        <p:spPr>
          <a:xfrm>
            <a:off x="5919787" y="4116387"/>
            <a:ext cx="2984500" cy="9556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Calibri"/>
              <a:buNone/>
            </a:pPr>
            <a:r>
              <a:rPr b="1" i="0" lang="en-US" sz="4000" u="sng">
                <a:solidFill>
                  <a:schemeClr val="dk2"/>
                </a:solidFill>
                <a:latin typeface="Calibri"/>
                <a:ea typeface="Calibri"/>
                <a:cs typeface="Calibri"/>
                <a:sym typeface="Calibri"/>
              </a:rPr>
              <a:t>Structure Data Type</a:t>
            </a:r>
            <a:endParaRPr/>
          </a:p>
        </p:txBody>
      </p:sp>
      <p:sp>
        <p:nvSpPr>
          <p:cNvPr id="260" name="Google Shape;260;p38"/>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380"/>
              <a:buFont typeface="Arial"/>
              <a:buChar char="•"/>
            </a:pPr>
            <a:r>
              <a:rPr b="0" i="0" lang="en-US" sz="2800" u="none">
                <a:solidFill>
                  <a:schemeClr val="dk1"/>
                </a:solidFill>
                <a:latin typeface="Arial"/>
                <a:ea typeface="Arial"/>
                <a:cs typeface="Arial"/>
                <a:sym typeface="Arial"/>
              </a:rPr>
              <a:t>A structure is a user defined data type that groups logically related data items of different data types into a single unit. All the elements of a structure are stored at contiguous memory locations.</a:t>
            </a:r>
            <a:endParaRPr/>
          </a:p>
          <a:p>
            <a:pPr indent="-182562" lvl="0" marL="182562" marR="0" rtl="0" algn="l">
              <a:lnSpc>
                <a:spcPct val="100000"/>
              </a:lnSpc>
              <a:spcBef>
                <a:spcPts val="560"/>
              </a:spcBef>
              <a:spcAft>
                <a:spcPts val="0"/>
              </a:spcAft>
              <a:buClr>
                <a:schemeClr val="accent1"/>
              </a:buClr>
              <a:buSzPts val="2380"/>
              <a:buFont typeface="Arial"/>
              <a:buChar char="•"/>
            </a:pPr>
            <a:r>
              <a:rPr b="0" i="0" lang="en-US" sz="2800" u="none">
                <a:solidFill>
                  <a:schemeClr val="dk1"/>
                </a:solidFill>
                <a:latin typeface="Arial"/>
                <a:ea typeface="Arial"/>
                <a:cs typeface="Arial"/>
                <a:sym typeface="Arial"/>
              </a:rPr>
              <a:t>A variable of structure type can store multiple data items of different data types under the one name. </a:t>
            </a:r>
            <a:endParaRPr/>
          </a:p>
          <a:p>
            <a:pPr indent="-182562" lvl="0" marL="182562" marR="0" rtl="0" algn="l">
              <a:lnSpc>
                <a:spcPct val="100000"/>
              </a:lnSpc>
              <a:spcBef>
                <a:spcPts val="560"/>
              </a:spcBef>
              <a:spcAft>
                <a:spcPts val="0"/>
              </a:spcAft>
              <a:buClr>
                <a:schemeClr val="accent1"/>
              </a:buClr>
              <a:buSzPts val="2380"/>
              <a:buFont typeface="Arial"/>
              <a:buChar char="•"/>
            </a:pPr>
            <a:r>
              <a:rPr b="0" i="0" lang="en-US" sz="2800" u="none">
                <a:solidFill>
                  <a:schemeClr val="dk1"/>
                </a:solidFill>
                <a:latin typeface="Arial"/>
                <a:ea typeface="Arial"/>
                <a:cs typeface="Arial"/>
                <a:sym typeface="Arial"/>
              </a:rPr>
              <a:t>For example, as the data of employee in company that is name, Employee ID, salary, address, phone number is stored in structure data type.  </a:t>
            </a:r>
            <a:endParaRPr/>
          </a:p>
          <a:p>
            <a:pPr indent="-31433" lvl="0" marL="182563" marR="0" rtl="0" algn="l">
              <a:spcBef>
                <a:spcPts val="560"/>
              </a:spcBef>
              <a:spcAft>
                <a:spcPts val="0"/>
              </a:spcAft>
              <a:buClr>
                <a:schemeClr val="accent1"/>
              </a:buClr>
              <a:buSzPts val="238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Calibri"/>
              <a:buNone/>
            </a:pPr>
            <a:r>
              <a:rPr b="1" i="0" lang="en-US" sz="4000" u="sng">
                <a:solidFill>
                  <a:schemeClr val="dk2"/>
                </a:solidFill>
                <a:latin typeface="Calibri"/>
                <a:ea typeface="Calibri"/>
                <a:cs typeface="Calibri"/>
                <a:sym typeface="Calibri"/>
              </a:rPr>
              <a:t>Defining of Structure </a:t>
            </a:r>
            <a:endParaRPr/>
          </a:p>
        </p:txBody>
      </p:sp>
      <p:sp>
        <p:nvSpPr>
          <p:cNvPr id="266" name="Google Shape;266;p39"/>
          <p:cNvSpPr txBox="1"/>
          <p:nvPr>
            <p:ph idx="1" type="body"/>
          </p:nvPr>
        </p:nvSpPr>
        <p:spPr>
          <a:xfrm>
            <a:off x="457200" y="1371600"/>
            <a:ext cx="8229600" cy="5029200"/>
          </a:xfrm>
          <a:prstGeom prst="rect">
            <a:avLst/>
          </a:prstGeom>
          <a:noFill/>
          <a:ln>
            <a:noFill/>
          </a:ln>
        </p:spPr>
        <p:txBody>
          <a:bodyPr anchorCtr="0" anchor="t" bIns="45700" lIns="91425" spcFirstLastPara="1" rIns="91425" wrap="square" tIns="45700">
            <a:normAutofit/>
          </a:bodyPr>
          <a:lstStyle/>
          <a:p>
            <a:pPr indent="0" lvl="0" marL="0" marR="0" rtl="0" algn="just">
              <a:lnSpc>
                <a:spcPct val="120000"/>
              </a:lnSpc>
              <a:spcBef>
                <a:spcPts val="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A structure has to defined, before it can used. The syntax of defining a structure is</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struct &lt;struct_name&gt;</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&lt;data_type&gt; &lt;variable_name&gt;;</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&lt;data_type&gt; &lt;variable_name&gt;;</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&lt;data_type&gt; &lt;variable_name&gt;;</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a:p>
            <a:pPr indent="-53023" lvl="0" marL="182563" marR="0" rtl="0" algn="l">
              <a:spcBef>
                <a:spcPts val="480"/>
              </a:spcBef>
              <a:spcAft>
                <a:spcPts val="0"/>
              </a:spcAft>
              <a:buClr>
                <a:schemeClr val="accent1"/>
              </a:buClr>
              <a:buSzPts val="2040"/>
              <a:buFont typeface="Arial"/>
              <a:buNone/>
            </a:pPr>
            <a:r>
              <a:t/>
            </a:r>
            <a:endParaRPr b="0" i="0" sz="2400" u="none">
              <a:solidFill>
                <a:schemeClr val="dk1"/>
              </a:solidFill>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Calibri"/>
              <a:buNone/>
            </a:pPr>
            <a:r>
              <a:rPr b="1" i="0" lang="en-US" sz="4000" u="sng">
                <a:solidFill>
                  <a:schemeClr val="dk2"/>
                </a:solidFill>
                <a:latin typeface="Calibri"/>
                <a:ea typeface="Calibri"/>
                <a:cs typeface="Calibri"/>
                <a:sym typeface="Calibri"/>
              </a:rPr>
              <a:t>Structure example</a:t>
            </a:r>
            <a:endParaRPr/>
          </a:p>
        </p:txBody>
      </p:sp>
      <p:sp>
        <p:nvSpPr>
          <p:cNvPr id="272" name="Google Shape;272;p40"/>
          <p:cNvSpPr txBox="1"/>
          <p:nvPr>
            <p:ph idx="1" type="body"/>
          </p:nvPr>
        </p:nvSpPr>
        <p:spPr>
          <a:xfrm>
            <a:off x="457200" y="1447800"/>
            <a:ext cx="8229600" cy="51816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accent1"/>
              </a:buClr>
              <a:buSzPts val="2210"/>
              <a:buFont typeface="Arial"/>
              <a:buNone/>
            </a:pPr>
            <a:r>
              <a:rPr b="0" i="0" lang="en-US" sz="2600" u="none">
                <a:solidFill>
                  <a:schemeClr val="dk1"/>
                </a:solidFill>
                <a:latin typeface="Arial"/>
                <a:ea typeface="Arial"/>
                <a:cs typeface="Arial"/>
                <a:sym typeface="Arial"/>
              </a:rPr>
              <a:t>The structure of Employee is declared as</a:t>
            </a:r>
            <a:endParaRPr/>
          </a:p>
          <a:p>
            <a:pPr indent="0" lvl="0" marL="0"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a:t>
            </a:r>
            <a:endParaRPr/>
          </a:p>
          <a:p>
            <a:pPr indent="0" lvl="0" marL="0"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struct employee</a:t>
            </a:r>
            <a:endParaRPr/>
          </a:p>
          <a:p>
            <a:pPr indent="0" lvl="0" marL="0"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a:t>
            </a:r>
            <a:endParaRPr/>
          </a:p>
          <a:p>
            <a:pPr indent="0" lvl="1" marL="400050" marR="0" rtl="0" algn="l">
              <a:lnSpc>
                <a:spcPct val="90000"/>
              </a:lnSpc>
              <a:spcBef>
                <a:spcPts val="560"/>
              </a:spcBef>
              <a:spcAft>
                <a:spcPts val="0"/>
              </a:spcAft>
              <a:buClr>
                <a:schemeClr val="accent1"/>
              </a:buClr>
              <a:buSzPts val="2380"/>
              <a:buFont typeface="Arial"/>
              <a:buNone/>
            </a:pPr>
            <a:r>
              <a:rPr b="0" i="0" lang="en-US" sz="2800" u="none" cap="none" strike="noStrike">
                <a:solidFill>
                  <a:schemeClr val="dk1"/>
                </a:solidFill>
                <a:latin typeface="Courier New"/>
                <a:ea typeface="Courier New"/>
                <a:cs typeface="Courier New"/>
                <a:sym typeface="Courier New"/>
              </a:rPr>
              <a:t>int  emp_id;</a:t>
            </a:r>
            <a:endParaRPr/>
          </a:p>
          <a:p>
            <a:pPr indent="0" lvl="1" marL="400050" marR="0" rtl="0" algn="l">
              <a:lnSpc>
                <a:spcPct val="90000"/>
              </a:lnSpc>
              <a:spcBef>
                <a:spcPts val="560"/>
              </a:spcBef>
              <a:spcAft>
                <a:spcPts val="0"/>
              </a:spcAft>
              <a:buClr>
                <a:schemeClr val="accent1"/>
              </a:buClr>
              <a:buSzPts val="2380"/>
              <a:buFont typeface="Arial"/>
              <a:buNone/>
            </a:pPr>
            <a:r>
              <a:rPr b="0" i="0" lang="en-US" sz="2800" u="none" cap="none" strike="noStrike">
                <a:solidFill>
                  <a:schemeClr val="dk1"/>
                </a:solidFill>
                <a:latin typeface="Courier New"/>
                <a:ea typeface="Courier New"/>
                <a:cs typeface="Courier New"/>
                <a:sym typeface="Courier New"/>
              </a:rPr>
              <a:t>char name[20];</a:t>
            </a:r>
            <a:endParaRPr/>
          </a:p>
          <a:p>
            <a:pPr indent="0" lvl="1" marL="400050" marR="0" rtl="0" algn="l">
              <a:lnSpc>
                <a:spcPct val="90000"/>
              </a:lnSpc>
              <a:spcBef>
                <a:spcPts val="560"/>
              </a:spcBef>
              <a:spcAft>
                <a:spcPts val="0"/>
              </a:spcAft>
              <a:buClr>
                <a:schemeClr val="accent1"/>
              </a:buClr>
              <a:buSzPts val="2380"/>
              <a:buFont typeface="Arial"/>
              <a:buNone/>
            </a:pPr>
            <a:r>
              <a:rPr b="0" i="0" lang="en-US" sz="2800" u="none" cap="none" strike="noStrike">
                <a:solidFill>
                  <a:schemeClr val="dk1"/>
                </a:solidFill>
                <a:latin typeface="Courier New"/>
                <a:ea typeface="Courier New"/>
                <a:cs typeface="Courier New"/>
                <a:sym typeface="Courier New"/>
              </a:rPr>
              <a:t>float salary;</a:t>
            </a:r>
            <a:endParaRPr/>
          </a:p>
          <a:p>
            <a:pPr indent="0" lvl="1" marL="400050" marR="0" rtl="0" algn="l">
              <a:lnSpc>
                <a:spcPct val="90000"/>
              </a:lnSpc>
              <a:spcBef>
                <a:spcPts val="560"/>
              </a:spcBef>
              <a:spcAft>
                <a:spcPts val="0"/>
              </a:spcAft>
              <a:buClr>
                <a:schemeClr val="accent1"/>
              </a:buClr>
              <a:buSzPts val="2380"/>
              <a:buFont typeface="Arial"/>
              <a:buNone/>
            </a:pPr>
            <a:r>
              <a:rPr b="0" i="0" lang="en-US" sz="2800" u="none" cap="none" strike="noStrike">
                <a:solidFill>
                  <a:schemeClr val="dk1"/>
                </a:solidFill>
                <a:latin typeface="Courier New"/>
                <a:ea typeface="Courier New"/>
                <a:cs typeface="Courier New"/>
                <a:sym typeface="Courier New"/>
              </a:rPr>
              <a:t>char address[50];</a:t>
            </a:r>
            <a:endParaRPr/>
          </a:p>
          <a:p>
            <a:pPr indent="0" lvl="1" marL="400050" marR="0" rtl="0" algn="l">
              <a:lnSpc>
                <a:spcPct val="90000"/>
              </a:lnSpc>
              <a:spcBef>
                <a:spcPts val="560"/>
              </a:spcBef>
              <a:spcAft>
                <a:spcPts val="0"/>
              </a:spcAft>
              <a:buClr>
                <a:schemeClr val="accent1"/>
              </a:buClr>
              <a:buSzPts val="2380"/>
              <a:buFont typeface="Arial"/>
              <a:buNone/>
            </a:pPr>
            <a:r>
              <a:rPr b="0" i="0" lang="en-US" sz="2800" u="none" cap="none" strike="noStrike">
                <a:solidFill>
                  <a:schemeClr val="dk1"/>
                </a:solidFill>
                <a:latin typeface="Courier New"/>
                <a:ea typeface="Courier New"/>
                <a:cs typeface="Courier New"/>
                <a:sym typeface="Courier New"/>
              </a:rPr>
              <a:t>int dept_no;</a:t>
            </a:r>
            <a:endParaRPr/>
          </a:p>
          <a:p>
            <a:pPr indent="0" lvl="1" marL="400050" marR="0" rtl="0" algn="l">
              <a:lnSpc>
                <a:spcPct val="90000"/>
              </a:lnSpc>
              <a:spcBef>
                <a:spcPts val="560"/>
              </a:spcBef>
              <a:spcAft>
                <a:spcPts val="0"/>
              </a:spcAft>
              <a:buClr>
                <a:schemeClr val="accent1"/>
              </a:buClr>
              <a:buSzPts val="2380"/>
              <a:buFont typeface="Arial"/>
              <a:buNone/>
            </a:pPr>
            <a:r>
              <a:rPr b="0" i="0" lang="en-US" sz="2800" u="none" cap="none" strike="noStrike">
                <a:solidFill>
                  <a:schemeClr val="dk1"/>
                </a:solidFill>
                <a:latin typeface="Courier New"/>
                <a:ea typeface="Courier New"/>
                <a:cs typeface="Courier New"/>
                <a:sym typeface="Courier New"/>
              </a:rPr>
              <a:t>int age</a:t>
            </a:r>
            <a:r>
              <a:rPr b="0" i="0" lang="en-US" sz="1800" u="none" cap="none" strike="noStrike">
                <a:solidFill>
                  <a:schemeClr val="dk1"/>
                </a:solidFill>
                <a:latin typeface="Courier New"/>
                <a:ea typeface="Courier New"/>
                <a:cs typeface="Courier New"/>
                <a:sym typeface="Courier New"/>
              </a:rPr>
              <a:t>;  </a:t>
            </a:r>
            <a:endParaRPr/>
          </a:p>
          <a:p>
            <a:pPr indent="0" lvl="0" marL="0" marR="0" rtl="0" algn="l">
              <a:lnSpc>
                <a:spcPct val="9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1"/>
          <p:cNvSpPr txBox="1"/>
          <p:nvPr>
            <p:ph idx="1" type="body"/>
          </p:nvPr>
        </p:nvSpPr>
        <p:spPr>
          <a:xfrm>
            <a:off x="381000" y="76200"/>
            <a:ext cx="8229600" cy="67056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chemeClr val="accent1"/>
              </a:buClr>
              <a:buSzPts val="2720"/>
              <a:buFont typeface="Arial"/>
              <a:buNone/>
            </a:pPr>
            <a:r>
              <a:rPr b="1" i="0" lang="en-US" sz="3200" u="sng">
                <a:solidFill>
                  <a:schemeClr val="dk2"/>
                </a:solidFill>
                <a:latin typeface="Calibri"/>
                <a:ea typeface="Calibri"/>
                <a:cs typeface="Calibri"/>
                <a:sym typeface="Calibri"/>
              </a:rPr>
              <a:t>Memory Space Allocation </a:t>
            </a:r>
            <a:endParaRPr/>
          </a:p>
          <a:p>
            <a:pPr indent="0" lvl="0" marL="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8000				</a:t>
            </a:r>
            <a:endParaRPr/>
          </a:p>
          <a:p>
            <a:pPr indent="0" lvl="0" marL="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8002	</a:t>
            </a:r>
            <a:endParaRPr/>
          </a:p>
          <a:p>
            <a:pPr indent="0" lvl="0" marL="0"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a:p>
            <a:pPr indent="0" lvl="0" marL="0"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a:p>
            <a:pPr indent="0" lvl="0" marL="0"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a:p>
            <a:pPr indent="0" lvl="0" marL="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8022				</a:t>
            </a:r>
            <a:endParaRPr/>
          </a:p>
          <a:p>
            <a:pPr indent="0" lvl="0" marL="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8024</a:t>
            </a:r>
            <a:endParaRPr/>
          </a:p>
          <a:p>
            <a:pPr indent="0" lvl="0" marL="0"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a:p>
            <a:pPr indent="0" lvl="0" marL="0"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a:p>
            <a:pPr indent="0" lvl="0" marL="0"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a:p>
            <a:pPr indent="0" lvl="0" marL="0" marR="0" rtl="0" algn="l">
              <a:lnSpc>
                <a:spcPct val="100000"/>
              </a:lnSpc>
              <a:spcBef>
                <a:spcPts val="240"/>
              </a:spcBef>
              <a:spcAft>
                <a:spcPts val="0"/>
              </a:spcAft>
              <a:buClr>
                <a:schemeClr val="accent1"/>
              </a:buClr>
              <a:buSzPts val="1020"/>
              <a:buFont typeface="Arial"/>
              <a:buNone/>
            </a:pPr>
            <a:r>
              <a:t/>
            </a:r>
            <a:endParaRPr b="0" i="0" sz="1200" u="none">
              <a:solidFill>
                <a:schemeClr val="dk1"/>
              </a:solidFill>
              <a:latin typeface="Arial"/>
              <a:ea typeface="Arial"/>
              <a:cs typeface="Arial"/>
              <a:sym typeface="Arial"/>
            </a:endParaRPr>
          </a:p>
          <a:p>
            <a:pPr indent="0" lvl="0" marL="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8074</a:t>
            </a:r>
            <a:endParaRPr/>
          </a:p>
          <a:p>
            <a:pPr indent="0" lvl="0" marL="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8076</a:t>
            </a:r>
            <a:endParaRPr/>
          </a:p>
          <a:p>
            <a:pPr indent="0" lvl="0" marL="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8078	                                     employee			                                             			</a:t>
            </a:r>
            <a:endParaRPr/>
          </a:p>
        </p:txBody>
      </p:sp>
      <p:pic>
        <p:nvPicPr>
          <p:cNvPr id="279" name="Google Shape;279;p41"/>
          <p:cNvPicPr preferRelativeResize="0"/>
          <p:nvPr/>
        </p:nvPicPr>
        <p:blipFill rotWithShape="1">
          <a:blip r:embed="rId3">
            <a:alphaModFix/>
          </a:blip>
          <a:srcRect b="0" l="0" r="0" t="0"/>
          <a:stretch/>
        </p:blipFill>
        <p:spPr>
          <a:xfrm>
            <a:off x="3097212" y="792162"/>
            <a:ext cx="2266950" cy="59928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1" i="0" lang="en-US" sz="4000" u="sng">
                <a:solidFill>
                  <a:schemeClr val="dk2"/>
                </a:solidFill>
                <a:latin typeface="Arial"/>
                <a:ea typeface="Arial"/>
                <a:cs typeface="Arial"/>
                <a:sym typeface="Arial"/>
              </a:rPr>
              <a:t>Declaring a Structure Variable </a:t>
            </a:r>
            <a:endParaRPr/>
          </a:p>
        </p:txBody>
      </p:sp>
      <p:sp>
        <p:nvSpPr>
          <p:cNvPr id="285" name="Google Shape;285;p42"/>
          <p:cNvSpPr txBox="1"/>
          <p:nvPr>
            <p:ph idx="4294967295"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182880" lvl="0" marL="182880" marR="0" rtl="0" algn="just">
              <a:lnSpc>
                <a:spcPct val="120000"/>
              </a:lnSpc>
              <a:spcBef>
                <a:spcPts val="0"/>
              </a:spcBef>
              <a:spcAft>
                <a:spcPts val="0"/>
              </a:spcAft>
              <a:buClr>
                <a:schemeClr val="accent1"/>
              </a:buClr>
              <a:buSzPts val="2380"/>
              <a:buFont typeface="Arial"/>
              <a:buChar char="•"/>
            </a:pPr>
            <a:r>
              <a:rPr b="0" i="0" lang="en-US" sz="2800" u="none" cap="none" strike="noStrike">
                <a:solidFill>
                  <a:schemeClr val="dk1"/>
                </a:solidFill>
                <a:latin typeface="Arial"/>
                <a:ea typeface="Arial"/>
                <a:cs typeface="Arial"/>
                <a:sym typeface="Arial"/>
              </a:rPr>
              <a:t>A structure has to declared, after the body of structure has defined. The syntax of declaring a structure is</a:t>
            </a:r>
            <a:endParaRPr/>
          </a:p>
          <a:p>
            <a:pPr indent="0" lvl="0" marL="0" marR="0" rtl="0" algn="just">
              <a:lnSpc>
                <a:spcPct val="120000"/>
              </a:lnSpc>
              <a:spcBef>
                <a:spcPts val="560"/>
              </a:spcBef>
              <a:spcAft>
                <a:spcPts val="0"/>
              </a:spcAft>
              <a:buClr>
                <a:schemeClr val="accent1"/>
              </a:buClr>
              <a:buSzPts val="2380"/>
              <a:buFont typeface="Arial"/>
              <a:buNone/>
            </a:pPr>
            <a:r>
              <a:rPr b="0" i="0" lang="en-US" sz="2800" u="none" cap="none" strike="noStrike">
                <a:solidFill>
                  <a:schemeClr val="dk1"/>
                </a:solidFill>
                <a:latin typeface="Arial"/>
                <a:ea typeface="Arial"/>
                <a:cs typeface="Arial"/>
                <a:sym typeface="Arial"/>
              </a:rPr>
              <a:t>struct &lt;struct_name&gt; &lt;variable_name&gt;;</a:t>
            </a:r>
            <a:endParaRPr/>
          </a:p>
          <a:p>
            <a:pPr indent="-182880" lvl="0" marL="182880" marR="0" rtl="0" algn="just">
              <a:lnSpc>
                <a:spcPct val="120000"/>
              </a:lnSpc>
              <a:spcBef>
                <a:spcPts val="560"/>
              </a:spcBef>
              <a:spcAft>
                <a:spcPts val="0"/>
              </a:spcAft>
              <a:buClr>
                <a:schemeClr val="accent1"/>
              </a:buClr>
              <a:buSzPts val="2380"/>
              <a:buFont typeface="Arial"/>
              <a:buChar char="•"/>
            </a:pPr>
            <a:r>
              <a:rPr b="0" i="0" lang="en-US" sz="2800" u="none" cap="none" strike="noStrike">
                <a:solidFill>
                  <a:schemeClr val="dk1"/>
                </a:solidFill>
                <a:latin typeface="Arial"/>
                <a:ea typeface="Arial"/>
                <a:cs typeface="Arial"/>
                <a:sym typeface="Arial"/>
              </a:rPr>
              <a:t>The example to declare the variable for defined structure “employee”</a:t>
            </a:r>
            <a:endParaRPr/>
          </a:p>
          <a:p>
            <a:pPr indent="0" lvl="0" marL="0" marR="0" rtl="0" algn="just">
              <a:lnSpc>
                <a:spcPct val="120000"/>
              </a:lnSpc>
              <a:spcBef>
                <a:spcPts val="560"/>
              </a:spcBef>
              <a:spcAft>
                <a:spcPts val="0"/>
              </a:spcAft>
              <a:buClr>
                <a:schemeClr val="accent1"/>
              </a:buClr>
              <a:buSzPts val="2380"/>
              <a:buFont typeface="Arial"/>
              <a:buNone/>
            </a:pPr>
            <a:r>
              <a:rPr b="0" i="0" lang="en-US" sz="2800" u="none" cap="none" strike="noStrike">
                <a:solidFill>
                  <a:schemeClr val="dk1"/>
                </a:solidFill>
                <a:latin typeface="Courier New"/>
                <a:ea typeface="Courier New"/>
                <a:cs typeface="Courier New"/>
                <a:sym typeface="Courier New"/>
              </a:rPr>
              <a:t>struct employee e1;</a:t>
            </a:r>
            <a:endParaRPr/>
          </a:p>
          <a:p>
            <a:pPr indent="-182880" lvl="0" marL="182880" marR="0" rtl="0" algn="just">
              <a:lnSpc>
                <a:spcPct val="120000"/>
              </a:lnSpc>
              <a:spcBef>
                <a:spcPts val="560"/>
              </a:spcBef>
              <a:spcAft>
                <a:spcPts val="0"/>
              </a:spcAft>
              <a:buClr>
                <a:schemeClr val="accent1"/>
              </a:buClr>
              <a:buSzPts val="2380"/>
              <a:buFont typeface="Arial"/>
              <a:buChar char="•"/>
            </a:pPr>
            <a:r>
              <a:rPr b="0" i="0" lang="en-US" sz="2800" u="none" cap="none" strike="noStrike">
                <a:solidFill>
                  <a:schemeClr val="dk1"/>
                </a:solidFill>
                <a:latin typeface="Arial"/>
                <a:ea typeface="Arial"/>
                <a:cs typeface="Arial"/>
                <a:sym typeface="Arial"/>
              </a:rPr>
              <a:t>Here e1 variable contains 6 members that are defined in structure.                                    </a:t>
            </a:r>
            <a:endParaRPr/>
          </a:p>
          <a:p>
            <a:pPr indent="0" lvl="8" marL="1737360" marR="0" rtl="0" algn="just">
              <a:lnSpc>
                <a:spcPct val="120000"/>
              </a:lnSpc>
              <a:spcBef>
                <a:spcPts val="260"/>
              </a:spcBef>
              <a:spcAft>
                <a:spcPts val="0"/>
              </a:spcAft>
              <a:buClr>
                <a:schemeClr val="accent1"/>
              </a:buClr>
              <a:buSzPts val="1300"/>
              <a:buFont typeface="Arial"/>
              <a:buNone/>
            </a:pPr>
            <a:r>
              <a:rPr b="0" i="0" lang="en-US" sz="1300" u="none" cap="none" strike="noStrike">
                <a:solidFill>
                  <a:schemeClr val="dk1"/>
                </a:solidFill>
                <a:latin typeface="Arial"/>
                <a:ea typeface="Arial"/>
                <a:cs typeface="Arial"/>
                <a:sym typeface="Arial"/>
              </a:rPr>
              <a:t>                                                                                                          structpptsamp.c</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Calibri"/>
              <a:buNone/>
            </a:pPr>
            <a:r>
              <a:rPr b="1" i="0" lang="en-US" sz="4000" u="sng">
                <a:solidFill>
                  <a:schemeClr val="dk2"/>
                </a:solidFill>
                <a:latin typeface="Calibri"/>
                <a:ea typeface="Calibri"/>
                <a:cs typeface="Calibri"/>
                <a:sym typeface="Calibri"/>
              </a:rPr>
              <a:t>Initializing a Structure Members </a:t>
            </a:r>
            <a:endParaRPr/>
          </a:p>
        </p:txBody>
      </p:sp>
      <p:sp>
        <p:nvSpPr>
          <p:cNvPr id="291" name="Google Shape;291;p43"/>
          <p:cNvSpPr txBox="1"/>
          <p:nvPr>
            <p:ph idx="4294967295" type="body"/>
          </p:nvPr>
        </p:nvSpPr>
        <p:spPr>
          <a:xfrm>
            <a:off x="457200" y="1600200"/>
            <a:ext cx="8229600" cy="4876800"/>
          </a:xfrm>
          <a:prstGeom prst="rect">
            <a:avLst/>
          </a:prstGeom>
          <a:noFill/>
          <a:ln>
            <a:noFill/>
          </a:ln>
        </p:spPr>
        <p:txBody>
          <a:bodyPr anchorCtr="0" anchor="t" bIns="45700" lIns="91425" spcFirstLastPara="1" rIns="91425" wrap="square" tIns="45700">
            <a:normAutofit lnSpcReduction="10000"/>
          </a:bodyPr>
          <a:lstStyle/>
          <a:p>
            <a:pPr indent="0" lvl="0" marL="0" marR="0" rtl="0" algn="just">
              <a:lnSpc>
                <a:spcPct val="120000"/>
              </a:lnSpc>
              <a:spcBef>
                <a:spcPts val="0"/>
              </a:spcBef>
              <a:spcAft>
                <a:spcPts val="0"/>
              </a:spcAft>
              <a:buClr>
                <a:schemeClr val="accent1"/>
              </a:buClr>
              <a:buSzPts val="2040"/>
              <a:buFont typeface="Arial"/>
              <a:buNone/>
            </a:pPr>
            <a:r>
              <a:rPr b="0" i="0" lang="en-US" sz="2400" u="none" cap="none" strike="noStrike">
                <a:solidFill>
                  <a:schemeClr val="dk1"/>
                </a:solidFill>
                <a:latin typeface="Arial"/>
                <a:ea typeface="Arial"/>
                <a:cs typeface="Arial"/>
                <a:sym typeface="Arial"/>
              </a:rPr>
              <a:t>The members of individual structure variable is initialize one by one or in a single statement. The example to initialize a structure variable is </a:t>
            </a:r>
            <a:endParaRPr/>
          </a:p>
          <a:p>
            <a:pPr indent="-514350" lvl="0" marL="514350" marR="0" rtl="0" algn="just">
              <a:lnSpc>
                <a:spcPct val="120000"/>
              </a:lnSpc>
              <a:spcBef>
                <a:spcPts val="480"/>
              </a:spcBef>
              <a:spcAft>
                <a:spcPts val="0"/>
              </a:spcAft>
              <a:buClr>
                <a:schemeClr val="accent1"/>
              </a:buClr>
              <a:buSzPts val="2040"/>
              <a:buFont typeface="Courier New"/>
              <a:buAutoNum type="arabicParenR"/>
            </a:pPr>
            <a:r>
              <a:rPr b="0" i="0" lang="en-US" sz="2400" u="none" cap="none" strike="noStrike">
                <a:solidFill>
                  <a:schemeClr val="dk1"/>
                </a:solidFill>
                <a:latin typeface="Courier New"/>
                <a:ea typeface="Courier New"/>
                <a:cs typeface="Courier New"/>
                <a:sym typeface="Courier New"/>
              </a:rPr>
              <a:t>struct employee e1 = {1, “Hemant”,12000, “3  vikas colony new delhi”,10, 35);</a:t>
            </a:r>
            <a:endParaRPr/>
          </a:p>
          <a:p>
            <a:pPr indent="-514350" lvl="0" marL="514350" marR="0" rtl="0" algn="just">
              <a:lnSpc>
                <a:spcPct val="120000"/>
              </a:lnSpc>
              <a:spcBef>
                <a:spcPts val="480"/>
              </a:spcBef>
              <a:spcAft>
                <a:spcPts val="0"/>
              </a:spcAft>
              <a:buClr>
                <a:schemeClr val="accent1"/>
              </a:buClr>
              <a:buSzPts val="2040"/>
              <a:buFont typeface="Courier New"/>
              <a:buAutoNum type="arabicParenR"/>
            </a:pPr>
            <a:r>
              <a:rPr b="0" i="0" lang="en-US" sz="2400" u="none" cap="none" strike="noStrike">
                <a:solidFill>
                  <a:schemeClr val="dk1"/>
                </a:solidFill>
                <a:latin typeface="Courier New"/>
                <a:ea typeface="Courier New"/>
                <a:cs typeface="Courier New"/>
                <a:sym typeface="Courier New"/>
              </a:rPr>
              <a:t>e1.emp_id=1;		  	e1.dept_no=1                 e1.name=“Hemant”; 	e1.age=35; </a:t>
            </a:r>
            <a:endParaRPr/>
          </a:p>
          <a:p>
            <a:pPr indent="-514350" lvl="0" marL="514350" marR="0" rtl="0" algn="just">
              <a:lnSpc>
                <a:spcPct val="120000"/>
              </a:lnSpc>
              <a:spcBef>
                <a:spcPts val="480"/>
              </a:spcBef>
              <a:spcAft>
                <a:spcPts val="0"/>
              </a:spcAft>
              <a:buClr>
                <a:schemeClr val="accent1"/>
              </a:buClr>
              <a:buSzPts val="2040"/>
              <a:buFont typeface="Arial"/>
              <a:buNone/>
            </a:pPr>
            <a:r>
              <a:rPr b="0" i="0" lang="en-US" sz="2400" u="none" cap="none" strike="noStrike">
                <a:solidFill>
                  <a:schemeClr val="dk1"/>
                </a:solidFill>
                <a:latin typeface="Courier New"/>
                <a:ea typeface="Courier New"/>
                <a:cs typeface="Courier New"/>
                <a:sym typeface="Courier New"/>
              </a:rPr>
              <a:t>		e1.salary=12000;</a:t>
            </a:r>
            <a:endParaRPr/>
          </a:p>
          <a:p>
            <a:pPr indent="-514350" lvl="0" marL="514350" marR="0" rtl="0" algn="just">
              <a:lnSpc>
                <a:spcPct val="120000"/>
              </a:lnSpc>
              <a:spcBef>
                <a:spcPts val="480"/>
              </a:spcBef>
              <a:spcAft>
                <a:spcPts val="0"/>
              </a:spcAft>
              <a:buClr>
                <a:schemeClr val="accent1"/>
              </a:buClr>
              <a:buSzPts val="2040"/>
              <a:buFont typeface="Arial"/>
              <a:buNone/>
            </a:pPr>
            <a:r>
              <a:rPr b="0" i="0" lang="en-US" sz="2400" u="none" cap="none" strike="noStrike">
                <a:solidFill>
                  <a:schemeClr val="dk1"/>
                </a:solidFill>
                <a:latin typeface="Courier New"/>
                <a:ea typeface="Courier New"/>
                <a:cs typeface="Courier New"/>
                <a:sym typeface="Courier New"/>
              </a:rPr>
              <a:t>		e1.address=“3 vikas colony new delhi”;</a:t>
            </a:r>
            <a:endParaRPr/>
          </a:p>
          <a:p>
            <a:pPr indent="-514350" lvl="0" marL="514350" marR="0" rtl="0" algn="just">
              <a:lnSpc>
                <a:spcPct val="120000"/>
              </a:lnSpc>
              <a:spcBef>
                <a:spcPts val="480"/>
              </a:spcBef>
              <a:spcAft>
                <a:spcPts val="0"/>
              </a:spcAft>
              <a:buClr>
                <a:schemeClr val="accent1"/>
              </a:buClr>
              <a:buSzPts val="2040"/>
              <a:buFont typeface="Arial"/>
              <a:buNone/>
            </a:pPr>
            <a:r>
              <a:t/>
            </a:r>
            <a:endParaRPr b="0" i="0" sz="2400" u="none" cap="none" strike="noStrike">
              <a:solidFill>
                <a:schemeClr val="dk1"/>
              </a:solidFill>
              <a:latin typeface="Courier New"/>
              <a:ea typeface="Courier New"/>
              <a:cs typeface="Courier New"/>
              <a:sym typeface="Courier New"/>
            </a:endParaRPr>
          </a:p>
          <a:p>
            <a:pPr indent="-514350" lvl="8" marL="2251710" marR="0" rtl="0" algn="just">
              <a:lnSpc>
                <a:spcPct val="120000"/>
              </a:lnSpc>
              <a:spcBef>
                <a:spcPts val="260"/>
              </a:spcBef>
              <a:spcAft>
                <a:spcPts val="0"/>
              </a:spcAft>
              <a:buClr>
                <a:schemeClr val="accent1"/>
              </a:buClr>
              <a:buSzPts val="1300"/>
              <a:buFont typeface="Arial"/>
              <a:buNone/>
            </a:pPr>
            <a:r>
              <a:rPr b="0" i="0" lang="en-US" sz="1300" u="none" cap="none" strike="noStrike">
                <a:solidFill>
                  <a:schemeClr val="dk1"/>
                </a:solidFill>
                <a:latin typeface="Arial"/>
                <a:ea typeface="Arial"/>
                <a:cs typeface="Arial"/>
                <a:sym typeface="Arial"/>
              </a:rPr>
              <a:t>                                                                                                                 structsamp1.c</a:t>
            </a:r>
            <a:endParaRPr b="0" i="0" sz="1300" u="none" cap="none" strike="noStrike">
              <a:solidFill>
                <a:schemeClr val="dk1"/>
              </a:solidFill>
              <a:latin typeface="Courier New"/>
              <a:ea typeface="Courier New"/>
              <a:cs typeface="Courier New"/>
              <a:sym typeface="Courier New"/>
            </a:endParaRPr>
          </a:p>
          <a:p>
            <a:pPr indent="-514350" lvl="0" marL="514350" marR="0" rtl="0" algn="just">
              <a:lnSpc>
                <a:spcPct val="120000"/>
              </a:lnSpc>
              <a:spcBef>
                <a:spcPts val="480"/>
              </a:spcBef>
              <a:spcAft>
                <a:spcPts val="0"/>
              </a:spcAft>
              <a:buClr>
                <a:schemeClr val="accent1"/>
              </a:buClr>
              <a:buSzPts val="2040"/>
              <a:buFont typeface="Arial"/>
              <a:buNone/>
            </a:pPr>
            <a:r>
              <a:t/>
            </a:r>
            <a:endParaRPr b="0" i="0" sz="24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480"/>
              </a:spcBef>
              <a:spcAft>
                <a:spcPts val="0"/>
              </a:spcAft>
              <a:buClr>
                <a:schemeClr val="accent1"/>
              </a:buClr>
              <a:buSzPts val="2040"/>
              <a:buFont typeface="Arial"/>
              <a:buNone/>
            </a:pPr>
            <a:r>
              <a:t/>
            </a:r>
            <a:endParaRPr b="0" i="0" sz="2400" u="none" cap="none" strike="noStrike">
              <a:solidFill>
                <a:schemeClr val="dk1"/>
              </a:solidFill>
              <a:latin typeface="Courier New"/>
              <a:ea typeface="Courier New"/>
              <a:cs typeface="Courier New"/>
              <a:sym typeface="Courier New"/>
            </a:endParaRPr>
          </a:p>
        </p:txBody>
      </p:sp>
      <p:pic>
        <p:nvPicPr>
          <p:cNvPr id="292" name="Google Shape;292;p43"/>
          <p:cNvPicPr preferRelativeResize="0"/>
          <p:nvPr/>
        </p:nvPicPr>
        <p:blipFill rotWithShape="1">
          <a:blip r:embed="rId3">
            <a:alphaModFix/>
          </a:blip>
          <a:srcRect b="0" l="0" r="0" t="0"/>
          <a:stretch/>
        </p:blipFill>
        <p:spPr>
          <a:xfrm>
            <a:off x="1473200" y="3840162"/>
            <a:ext cx="6108700" cy="393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Calibri"/>
              <a:buNone/>
            </a:pPr>
            <a:r>
              <a:rPr b="1" i="0" lang="en-US" sz="4000" u="sng">
                <a:solidFill>
                  <a:schemeClr val="dk2"/>
                </a:solidFill>
                <a:latin typeface="Calibri"/>
                <a:ea typeface="Calibri"/>
                <a:cs typeface="Calibri"/>
                <a:sym typeface="Calibri"/>
              </a:rPr>
              <a:t>Accessing a Structure Members </a:t>
            </a:r>
            <a:endParaRPr/>
          </a:p>
        </p:txBody>
      </p:sp>
      <p:sp>
        <p:nvSpPr>
          <p:cNvPr id="298" name="Google Shape;298;p4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accent1"/>
              </a:buClr>
              <a:buSzPts val="2380"/>
              <a:buFont typeface="Arial"/>
              <a:buNone/>
            </a:pPr>
            <a:r>
              <a:rPr b="0" i="0" lang="en-US" sz="2800" u="none">
                <a:solidFill>
                  <a:schemeClr val="dk1"/>
                </a:solidFill>
                <a:latin typeface="Arial"/>
                <a:ea typeface="Arial"/>
                <a:cs typeface="Arial"/>
                <a:sym typeface="Arial"/>
              </a:rPr>
              <a:t>The structure members cannot be directly accessed in the expression. They are accessed by using the name of structure variable followed by a dot and then the name of member variable. The method used to access the structure variables are </a:t>
            </a:r>
            <a:r>
              <a:rPr b="0" i="0" lang="en-US" sz="2800" u="none">
                <a:solidFill>
                  <a:schemeClr val="dk1"/>
                </a:solidFill>
                <a:latin typeface="Courier New"/>
                <a:ea typeface="Courier New"/>
                <a:cs typeface="Courier New"/>
                <a:sym typeface="Courier New"/>
              </a:rPr>
              <a:t>e1.emp_id, e1.name, e1.salary, e1.address, e1.dept_no, e1.age</a:t>
            </a:r>
            <a:r>
              <a:rPr b="0" i="0" lang="en-US" sz="2800" u="none">
                <a:solidFill>
                  <a:schemeClr val="dk1"/>
                </a:solidFill>
                <a:latin typeface="Arial"/>
                <a:ea typeface="Arial"/>
                <a:cs typeface="Arial"/>
                <a:sym typeface="Arial"/>
              </a:rPr>
              <a:t>. The data with in the structure is stored and printed by this method using scanf and printf statement in c program. </a:t>
            </a:r>
            <a:endParaRPr/>
          </a:p>
          <a:p>
            <a:pPr indent="-31433" lvl="0" marL="182563" marR="0" rtl="0" algn="l">
              <a:spcBef>
                <a:spcPts val="560"/>
              </a:spcBef>
              <a:spcAft>
                <a:spcPts val="0"/>
              </a:spcAft>
              <a:buClr>
                <a:schemeClr val="accent1"/>
              </a:buClr>
              <a:buSzPts val="238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Calibri"/>
              <a:buNone/>
            </a:pPr>
            <a:r>
              <a:rPr b="1" i="0" lang="en-US" sz="4000" u="sng">
                <a:solidFill>
                  <a:schemeClr val="dk2"/>
                </a:solidFill>
                <a:latin typeface="Calibri"/>
                <a:ea typeface="Calibri"/>
                <a:cs typeface="Calibri"/>
                <a:sym typeface="Calibri"/>
              </a:rPr>
              <a:t>Structure Assignment </a:t>
            </a:r>
            <a:endParaRPr/>
          </a:p>
        </p:txBody>
      </p:sp>
      <p:sp>
        <p:nvSpPr>
          <p:cNvPr id="304" name="Google Shape;304;p45"/>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0" lvl="0" marL="0" marR="0" rtl="0" algn="just">
              <a:lnSpc>
                <a:spcPct val="120000"/>
              </a:lnSpc>
              <a:spcBef>
                <a:spcPts val="0"/>
              </a:spcBef>
              <a:spcAft>
                <a:spcPts val="0"/>
              </a:spcAft>
              <a:buClr>
                <a:schemeClr val="accent1"/>
              </a:buClr>
              <a:buSzPts val="2380"/>
              <a:buFont typeface="Arial"/>
              <a:buNone/>
            </a:pPr>
            <a:r>
              <a:rPr b="0" i="0" lang="en-US" sz="2800" u="none">
                <a:solidFill>
                  <a:schemeClr val="dk1"/>
                </a:solidFill>
                <a:latin typeface="Arial"/>
                <a:ea typeface="Arial"/>
                <a:cs typeface="Arial"/>
                <a:sym typeface="Arial"/>
              </a:rPr>
              <a:t>The value of one structure variable is assigned to another variable of same type using assignment statement. If the e1 and e2 are  structure variables of type employee then the statement: </a:t>
            </a:r>
            <a:endParaRPr/>
          </a:p>
          <a:p>
            <a:pPr indent="0" lvl="0" marL="0" marR="0" rtl="0" algn="just">
              <a:lnSpc>
                <a:spcPct val="120000"/>
              </a:lnSpc>
              <a:spcBef>
                <a:spcPts val="560"/>
              </a:spcBef>
              <a:spcAft>
                <a:spcPts val="0"/>
              </a:spcAft>
              <a:buClr>
                <a:schemeClr val="accent1"/>
              </a:buClr>
              <a:buSzPts val="2380"/>
              <a:buFont typeface="Arial"/>
              <a:buNone/>
            </a:pPr>
            <a:r>
              <a:rPr b="0" i="0" lang="en-US" sz="2800" u="none">
                <a:solidFill>
                  <a:schemeClr val="dk1"/>
                </a:solidFill>
                <a:latin typeface="Arial"/>
                <a:ea typeface="Arial"/>
                <a:cs typeface="Arial"/>
                <a:sym typeface="Arial"/>
              </a:rPr>
              <a:t>				</a:t>
            </a:r>
            <a:r>
              <a:rPr b="0" i="0" lang="en-US" sz="2800" u="none">
                <a:solidFill>
                  <a:schemeClr val="dk1"/>
                </a:solidFill>
                <a:latin typeface="Courier New"/>
                <a:ea typeface="Courier New"/>
                <a:cs typeface="Courier New"/>
                <a:sym typeface="Courier New"/>
              </a:rPr>
              <a:t>e1 = e2; </a:t>
            </a:r>
            <a:endParaRPr/>
          </a:p>
          <a:p>
            <a:pPr indent="0" lvl="0" marL="0" marR="0" rtl="0" algn="just">
              <a:lnSpc>
                <a:spcPct val="120000"/>
              </a:lnSpc>
              <a:spcBef>
                <a:spcPts val="560"/>
              </a:spcBef>
              <a:spcAft>
                <a:spcPts val="0"/>
              </a:spcAft>
              <a:buClr>
                <a:schemeClr val="accent1"/>
              </a:buClr>
              <a:buSzPts val="2380"/>
              <a:buFont typeface="Arial"/>
              <a:buNone/>
            </a:pPr>
            <a:r>
              <a:rPr b="0" i="0" lang="en-US" sz="2800" u="none">
                <a:solidFill>
                  <a:schemeClr val="dk1"/>
                </a:solidFill>
                <a:latin typeface="Arial"/>
                <a:ea typeface="Arial"/>
                <a:cs typeface="Arial"/>
                <a:sym typeface="Arial"/>
              </a:rPr>
              <a:t>It assigns the value of structure variable e2 to e1. The value of each member of e2 is assigned to corresponding members of e1.</a:t>
            </a:r>
            <a:endParaRPr/>
          </a:p>
          <a:p>
            <a:pPr indent="-31433" lvl="0" marL="182563" marR="0" rtl="0" algn="l">
              <a:spcBef>
                <a:spcPts val="560"/>
              </a:spcBef>
              <a:spcAft>
                <a:spcPts val="0"/>
              </a:spcAft>
              <a:buClr>
                <a:schemeClr val="accent1"/>
              </a:buClr>
              <a:buSzPts val="238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struct example 1</a:t>
            </a:r>
            <a:endParaRPr/>
          </a:p>
        </p:txBody>
      </p:sp>
      <p:sp>
        <p:nvSpPr>
          <p:cNvPr id="310" name="Google Shape;310;p46"/>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80000"/>
              </a:lnSpc>
              <a:spcBef>
                <a:spcPts val="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#include &lt;stdio.h&gt;</a:t>
            </a:r>
            <a:endParaRPr/>
          </a:p>
          <a:p>
            <a:pPr indent="-182562" lvl="0" marL="182562" marR="0" rtl="0" algn="l">
              <a:lnSpc>
                <a:spcPct val="80000"/>
              </a:lnSpc>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struct student</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char initial; /* last name initial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int age; /* childs age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int grade; /* childs grade in school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 s1,s2;</a:t>
            </a:r>
            <a:endParaRPr/>
          </a:p>
          <a:p>
            <a:pPr indent="-182562" lvl="0" marL="182562" marR="0" rtl="0" algn="l">
              <a:lnSpc>
                <a:spcPct val="80000"/>
              </a:lnSpc>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int main()</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a:t>
            </a:r>
            <a:endParaRPr/>
          </a:p>
          <a:p>
            <a:pPr indent="-182562" lvl="0" marL="182562" marR="0" rtl="0" algn="l">
              <a:lnSpc>
                <a:spcPct val="80000"/>
              </a:lnSpc>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a:p>
            <a:pPr indent="-182562" lvl="0" marL="182562" marR="0" rtl="0" algn="l">
              <a:lnSpc>
                <a:spcPct val="80000"/>
              </a:lnSpc>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struct student s3 = {'G',15, 90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s1.initial = 'R';</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s1.age = 15;</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s1.grade = 75;</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s2.age = s1.age - 1; /* she is one year younger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s2.grade = 82;</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s2.initial = 'H';</a:t>
            </a:r>
            <a:endParaRPr/>
          </a:p>
          <a:p>
            <a:pPr indent="-182562" lvl="0" marL="182562" marR="0" rtl="0" algn="l">
              <a:lnSpc>
                <a:spcPct val="80000"/>
              </a:lnSpc>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printf("%c is %d years old and got a grade of %d\n",</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s2.initial,s2.age,s2.grade);</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printf("%c is %d years old and got a grade of %d\n",</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s1.initial, s1.age, s1.grade);</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printf("%c is %d years old and got a grade of %d\n",</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s3.initial, s3.age, s3.grade);</a:t>
            </a:r>
            <a:endParaRPr/>
          </a:p>
          <a:p>
            <a:pPr indent="-182562" lvl="0" marL="182562" marR="0" rtl="0" algn="l">
              <a:lnSpc>
                <a:spcPct val="80000"/>
              </a:lnSpc>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return 0;</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a:t>
            </a:r>
            <a:endParaRPr/>
          </a:p>
          <a:p>
            <a:pPr indent="-128588" lvl="0" marL="182563" marR="0" rtl="0" algn="l">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1" i="0" lang="en-US" sz="4000" u="sng">
                <a:solidFill>
                  <a:schemeClr val="dk2"/>
                </a:solidFill>
                <a:latin typeface="Arial"/>
                <a:ea typeface="Arial"/>
                <a:cs typeface="Arial"/>
                <a:sym typeface="Arial"/>
              </a:rPr>
              <a:t>Array of Structure</a:t>
            </a:r>
            <a:endParaRPr/>
          </a:p>
        </p:txBody>
      </p:sp>
      <p:sp>
        <p:nvSpPr>
          <p:cNvPr id="316" name="Google Shape;316;p4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just">
              <a:lnSpc>
                <a:spcPct val="100000"/>
              </a:lnSpc>
              <a:spcBef>
                <a:spcPts val="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C language allows to create an array of variables of structure. The array of structure is used to store the large number of similar records. For example to store the record of 5 employees then array of structure is used. The method to define and access the array element  of array of structure is similar to other array. The syntax to define the array of structure is </a:t>
            </a:r>
            <a:endParaRPr b="0" i="0" sz="2400" u="none">
              <a:solidFill>
                <a:schemeClr val="dk1"/>
              </a:solidFill>
              <a:latin typeface="Arial"/>
              <a:ea typeface="Arial"/>
              <a:cs typeface="Arial"/>
              <a:sym typeface="Arial"/>
            </a:endParaRPr>
          </a:p>
          <a:p>
            <a:pPr indent="-182562" lvl="0" marL="182562" marR="0" rtl="0" algn="just">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struct &lt;struct_name&gt;  &lt;array_name&gt;  [&lt;value&gt;];</a:t>
            </a:r>
            <a:endParaRPr/>
          </a:p>
          <a:p>
            <a:pPr indent="-182562" lvl="0" marL="182562" marR="0" rtl="0" algn="just">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For Example:</a:t>
            </a:r>
            <a:endParaRPr/>
          </a:p>
          <a:p>
            <a:pPr indent="-182562" lvl="0" marL="182562" marR="0" rtl="0" algn="just">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a:t>
            </a:r>
            <a:r>
              <a:rPr b="0" i="0" lang="en-US" sz="2400" u="none">
                <a:solidFill>
                  <a:schemeClr val="dk1"/>
                </a:solidFill>
                <a:latin typeface="Courier New"/>
                <a:ea typeface="Courier New"/>
                <a:cs typeface="Courier New"/>
                <a:sym typeface="Courier New"/>
              </a:rPr>
              <a:t>     struct employee e1[5];</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Struct  with arrays example</a:t>
            </a:r>
            <a:endParaRPr/>
          </a:p>
        </p:txBody>
      </p:sp>
      <p:sp>
        <p:nvSpPr>
          <p:cNvPr id="322" name="Google Shape;322;p48"/>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80000"/>
              </a:lnSpc>
              <a:spcBef>
                <a:spcPts val="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#include &lt;stdio.h&gt;</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struct student{</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char name[50];</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int roll;</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float marks;</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int main(){</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struct student s[10];</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int i;</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printf("Enter information of students:\n");</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for(i=0;i&lt;10;++i)</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s[i].roll=i+1;</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printf("\nFor roll number %d\n",s[i].roll);</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printf("Enter name: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scanf("%s",s[i].name);</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printf("Enter marks: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scanf("%f",&amp;s[i].marks);</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printf("\n");</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printf("Displaying information of students:\n\n");</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for(i=0;i&lt;10;++i)</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printf("\nInformation for roll number %d:\n",i+1);</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printf("Name: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puts(s[i].name);</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printf("Marks: %.1f",s[i].marks);</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return 0;</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a:t>
            </a:r>
            <a:endParaRPr/>
          </a:p>
          <a:p>
            <a:pPr indent="-128588" lvl="0" marL="182563" marR="0" rtl="0" algn="l">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1" i="0" lang="en-US" sz="4000" u="sng">
                <a:solidFill>
                  <a:schemeClr val="dk2"/>
                </a:solidFill>
                <a:latin typeface="Arial"/>
                <a:ea typeface="Arial"/>
                <a:cs typeface="Arial"/>
                <a:sym typeface="Arial"/>
              </a:rPr>
              <a:t>Structures within Structures</a:t>
            </a:r>
            <a:endParaRPr/>
          </a:p>
        </p:txBody>
      </p:sp>
      <p:sp>
        <p:nvSpPr>
          <p:cNvPr id="328" name="Google Shape;328;p49"/>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0" lvl="0" marL="0" marR="0" rtl="0" algn="just">
              <a:lnSpc>
                <a:spcPct val="120000"/>
              </a:lnSpc>
              <a:spcBef>
                <a:spcPts val="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C language define a variable of structure type as a member of other structure type. The syntax to define the structure within structure is struct &lt;struct_name&gt;{</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&lt;data_type&gt; &lt;variable_name&gt;;</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struct &lt;struct_name&gt;</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 &lt;data_type&gt; &lt;variable_name&gt;;</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……..}&lt;struct_variable&gt;;</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&lt;data_type&gt; &lt;variable_name&gt;;</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Structures within structures example</a:t>
            </a:r>
            <a:endParaRPr/>
          </a:p>
        </p:txBody>
      </p:sp>
      <p:sp>
        <p:nvSpPr>
          <p:cNvPr id="334" name="Google Shape;334;p50"/>
          <p:cNvSpPr txBox="1"/>
          <p:nvPr>
            <p:ph idx="1" type="body"/>
          </p:nvPr>
        </p:nvSpPr>
        <p:spPr>
          <a:xfrm>
            <a:off x="457200" y="1447800"/>
            <a:ext cx="8229600" cy="4876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#include &lt;stdio.h&gt;</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#include &lt;string.h&gt;</a:t>
            </a:r>
            <a:endParaRPr/>
          </a:p>
          <a:p>
            <a:pPr indent="-182562" lvl="0" marL="182562" marR="0" rtl="0" algn="l">
              <a:lnSpc>
                <a:spcPct val="100000"/>
              </a:lnSpc>
              <a:spcBef>
                <a:spcPts val="180"/>
              </a:spcBef>
              <a:spcAft>
                <a:spcPts val="0"/>
              </a:spcAft>
              <a:buClr>
                <a:schemeClr val="accent1"/>
              </a:buClr>
              <a:buSzPts val="765"/>
              <a:buFont typeface="Arial"/>
              <a:buNone/>
            </a:pPr>
            <a:r>
              <a:t/>
            </a:r>
            <a:endParaRPr b="0" i="0" sz="900" u="none">
              <a:solidFill>
                <a:schemeClr val="dk1"/>
              </a:solidFill>
              <a:latin typeface="Courier New"/>
              <a:ea typeface="Courier New"/>
              <a:cs typeface="Courier New"/>
              <a:sym typeface="Courier New"/>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struct student_college_detail</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int college_id;</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char college_name[50];</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a:t>
            </a:r>
            <a:endParaRPr/>
          </a:p>
          <a:p>
            <a:pPr indent="-182562" lvl="0" marL="182562" marR="0" rtl="0" algn="l">
              <a:lnSpc>
                <a:spcPct val="100000"/>
              </a:lnSpc>
              <a:spcBef>
                <a:spcPts val="180"/>
              </a:spcBef>
              <a:spcAft>
                <a:spcPts val="0"/>
              </a:spcAft>
              <a:buClr>
                <a:schemeClr val="accent1"/>
              </a:buClr>
              <a:buSzPts val="765"/>
              <a:buFont typeface="Arial"/>
              <a:buNone/>
            </a:pPr>
            <a:r>
              <a:t/>
            </a:r>
            <a:endParaRPr b="0" i="0" sz="900" u="none">
              <a:solidFill>
                <a:schemeClr val="dk1"/>
              </a:solidFill>
              <a:latin typeface="Courier New"/>
              <a:ea typeface="Courier New"/>
              <a:cs typeface="Courier New"/>
              <a:sym typeface="Courier New"/>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struct student_detail </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int id;</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char name[20];</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float percentage;</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 structure within structure</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struct student_college_detail clg_data;</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}stu_data;</a:t>
            </a:r>
            <a:endParaRPr/>
          </a:p>
          <a:p>
            <a:pPr indent="-182562" lvl="0" marL="182562" marR="0" rtl="0" algn="l">
              <a:lnSpc>
                <a:spcPct val="100000"/>
              </a:lnSpc>
              <a:spcBef>
                <a:spcPts val="180"/>
              </a:spcBef>
              <a:spcAft>
                <a:spcPts val="0"/>
              </a:spcAft>
              <a:buClr>
                <a:schemeClr val="accent1"/>
              </a:buClr>
              <a:buSzPts val="765"/>
              <a:buFont typeface="Arial"/>
              <a:buNone/>
            </a:pPr>
            <a:r>
              <a:t/>
            </a:r>
            <a:endParaRPr b="0" i="0" sz="900" u="none">
              <a:solidFill>
                <a:schemeClr val="dk1"/>
              </a:solidFill>
              <a:latin typeface="Courier New"/>
              <a:ea typeface="Courier New"/>
              <a:cs typeface="Courier New"/>
              <a:sym typeface="Courier New"/>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int main() </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struct student_detail stu_data = {1, "Raju", 90.5, 71145,</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"Anna University"};</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printf(" Id is: %d \n", stu_data.id);</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printf(" Name is: %s \n", stu_data.name);</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printf(" Percentage is: %f \n\n", stu_data.percentage);</a:t>
            </a:r>
            <a:endParaRPr/>
          </a:p>
          <a:p>
            <a:pPr indent="-182562" lvl="0" marL="182562" marR="0" rtl="0" algn="l">
              <a:lnSpc>
                <a:spcPct val="100000"/>
              </a:lnSpc>
              <a:spcBef>
                <a:spcPts val="180"/>
              </a:spcBef>
              <a:spcAft>
                <a:spcPts val="0"/>
              </a:spcAft>
              <a:buClr>
                <a:schemeClr val="accent1"/>
              </a:buClr>
              <a:buSzPts val="765"/>
              <a:buFont typeface="Arial"/>
              <a:buNone/>
            </a:pPr>
            <a:r>
              <a:t/>
            </a:r>
            <a:endParaRPr b="0" i="0" sz="900" u="none">
              <a:solidFill>
                <a:schemeClr val="dk1"/>
              </a:solidFill>
              <a:latin typeface="Courier New"/>
              <a:ea typeface="Courier New"/>
              <a:cs typeface="Courier New"/>
              <a:sym typeface="Courier New"/>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printf(" College Id is: %d \n", </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stu_data.clg_data.college_id);</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printf(" College Name is: %s \n", </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stu_data.clg_data.college_name);</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    return 0;</a:t>
            </a:r>
            <a:endParaRPr/>
          </a:p>
          <a:p>
            <a:pPr indent="-182562" lvl="0" marL="182562" marR="0" rtl="0" algn="l">
              <a:lnSpc>
                <a:spcPct val="100000"/>
              </a:lnSpc>
              <a:spcBef>
                <a:spcPts val="180"/>
              </a:spcBef>
              <a:spcAft>
                <a:spcPts val="0"/>
              </a:spcAft>
              <a:buClr>
                <a:schemeClr val="accent1"/>
              </a:buClr>
              <a:buSzPts val="765"/>
              <a:buFont typeface="Arial"/>
              <a:buNone/>
            </a:pPr>
            <a:r>
              <a:rPr b="0" i="0" lang="en-US" sz="900" u="none">
                <a:solidFill>
                  <a:schemeClr val="dk1"/>
                </a:solidFill>
                <a:latin typeface="Courier New"/>
                <a:ea typeface="Courier New"/>
                <a:cs typeface="Courier New"/>
                <a:sym typeface="Courier New"/>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1" i="0" lang="en-US" sz="4000" u="sng">
                <a:solidFill>
                  <a:schemeClr val="dk2"/>
                </a:solidFill>
                <a:latin typeface="Arial"/>
                <a:ea typeface="Arial"/>
                <a:cs typeface="Arial"/>
                <a:sym typeface="Arial"/>
              </a:rPr>
              <a:t>Pointers and Structures</a:t>
            </a:r>
            <a:endParaRPr/>
          </a:p>
        </p:txBody>
      </p:sp>
      <p:sp>
        <p:nvSpPr>
          <p:cNvPr id="340" name="Google Shape;340;p51"/>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0" lvl="0" marL="0" marR="0" rtl="0" algn="just">
              <a:lnSpc>
                <a:spcPct val="120000"/>
              </a:lnSpc>
              <a:spcBef>
                <a:spcPts val="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C language can define a pointer variable of structure type. The pointer variable to structure variable is declared by using same syntax to define a pointer variable of data type. The syntax to define the pointer to structure </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struct &lt;struct_name&gt; *&lt;pointer_var_name&gt;;</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For Example:</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Courier New"/>
                <a:ea typeface="Courier New"/>
                <a:cs typeface="Courier New"/>
                <a:sym typeface="Courier New"/>
              </a:rPr>
              <a:t> struct employee *emp;</a:t>
            </a:r>
            <a:endParaRPr/>
          </a:p>
          <a:p>
            <a:pPr indent="0" lvl="0" marL="0" marR="0" rtl="0" algn="just">
              <a:lnSpc>
                <a:spcPct val="12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It declare a pointer variable “emp” of employee type.  </a:t>
            </a:r>
            <a:endParaRPr/>
          </a:p>
          <a:p>
            <a:pPr indent="-53023" lvl="0" marL="182563" marR="0" rtl="0" algn="l">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1" i="0" lang="en-US" sz="4000" u="sng">
                <a:solidFill>
                  <a:schemeClr val="dk2"/>
                </a:solidFill>
                <a:latin typeface="Arial"/>
                <a:ea typeface="Arial"/>
                <a:cs typeface="Arial"/>
                <a:sym typeface="Arial"/>
              </a:rPr>
              <a:t>Access the Pointer in Structures</a:t>
            </a:r>
            <a:endParaRPr/>
          </a:p>
        </p:txBody>
      </p:sp>
      <p:sp>
        <p:nvSpPr>
          <p:cNvPr id="346" name="Google Shape;346;p52"/>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0" lvl="0" marL="0" marR="0" rtl="0" algn="just">
              <a:lnSpc>
                <a:spcPct val="120000"/>
              </a:lnSpc>
              <a:spcBef>
                <a:spcPts val="0"/>
              </a:spcBef>
              <a:spcAft>
                <a:spcPts val="0"/>
              </a:spcAft>
              <a:buClr>
                <a:schemeClr val="accent1"/>
              </a:buClr>
              <a:buSzPts val="2380"/>
              <a:buFont typeface="Arial"/>
              <a:buNone/>
            </a:pPr>
            <a:r>
              <a:rPr b="0" i="0" lang="en-US" sz="2800" u="none">
                <a:solidFill>
                  <a:schemeClr val="dk1"/>
                </a:solidFill>
                <a:latin typeface="Arial"/>
                <a:ea typeface="Arial"/>
                <a:cs typeface="Arial"/>
                <a:sym typeface="Arial"/>
              </a:rPr>
              <a:t>The member of structure variable is accessed by using the pointer variable with arrow operator(🡪) instead of period operator(.). The syntax to access the pointer to structure.</a:t>
            </a:r>
            <a:endParaRPr/>
          </a:p>
          <a:p>
            <a:pPr indent="0" lvl="0" marL="0" marR="0" rtl="0" algn="just">
              <a:lnSpc>
                <a:spcPct val="120000"/>
              </a:lnSpc>
              <a:spcBef>
                <a:spcPts val="560"/>
              </a:spcBef>
              <a:spcAft>
                <a:spcPts val="0"/>
              </a:spcAft>
              <a:buClr>
                <a:schemeClr val="accent1"/>
              </a:buClr>
              <a:buSzPts val="2380"/>
              <a:buFont typeface="Arial"/>
              <a:buNone/>
            </a:pPr>
            <a:r>
              <a:rPr b="0" i="0" lang="en-US" sz="2800" u="none">
                <a:solidFill>
                  <a:schemeClr val="dk1"/>
                </a:solidFill>
                <a:latin typeface="Arial"/>
                <a:ea typeface="Arial"/>
                <a:cs typeface="Arial"/>
                <a:sym typeface="Arial"/>
              </a:rPr>
              <a:t>pointer_var_name🡪structure_member;</a:t>
            </a:r>
            <a:endParaRPr/>
          </a:p>
          <a:p>
            <a:pPr indent="0" lvl="0" marL="0" marR="0" rtl="0" algn="just">
              <a:lnSpc>
                <a:spcPct val="120000"/>
              </a:lnSpc>
              <a:spcBef>
                <a:spcPts val="560"/>
              </a:spcBef>
              <a:spcAft>
                <a:spcPts val="0"/>
              </a:spcAft>
              <a:buClr>
                <a:schemeClr val="accent1"/>
              </a:buClr>
              <a:buSzPts val="2380"/>
              <a:buFont typeface="Arial"/>
              <a:buNone/>
            </a:pPr>
            <a:r>
              <a:rPr b="0" i="0" lang="en-US" sz="2800" u="none">
                <a:solidFill>
                  <a:schemeClr val="dk1"/>
                </a:solidFill>
                <a:latin typeface="Arial"/>
                <a:ea typeface="Arial"/>
                <a:cs typeface="Arial"/>
                <a:sym typeface="Arial"/>
              </a:rPr>
              <a:t>For Example:</a:t>
            </a:r>
            <a:endParaRPr/>
          </a:p>
          <a:p>
            <a:pPr indent="0" lvl="0" marL="0" marR="0" rtl="0" algn="just">
              <a:lnSpc>
                <a:spcPct val="120000"/>
              </a:lnSpc>
              <a:spcBef>
                <a:spcPts val="560"/>
              </a:spcBef>
              <a:spcAft>
                <a:spcPts val="0"/>
              </a:spcAft>
              <a:buClr>
                <a:schemeClr val="accent1"/>
              </a:buClr>
              <a:buSzPts val="2380"/>
              <a:buFont typeface="Arial"/>
              <a:buNone/>
            </a:pPr>
            <a:r>
              <a:rPr b="0" i="0" lang="en-US" sz="2800" u="none">
                <a:solidFill>
                  <a:schemeClr val="dk1"/>
                </a:solidFill>
                <a:latin typeface="Courier New"/>
                <a:ea typeface="Courier New"/>
                <a:cs typeface="Courier New"/>
                <a:sym typeface="Courier New"/>
              </a:rPr>
              <a:t> emp🡪name;</a:t>
            </a:r>
            <a:endParaRPr/>
          </a:p>
          <a:p>
            <a:pPr indent="0" lvl="0" marL="0" marR="0" rtl="0" algn="just">
              <a:lnSpc>
                <a:spcPct val="120000"/>
              </a:lnSpc>
              <a:spcBef>
                <a:spcPts val="560"/>
              </a:spcBef>
              <a:spcAft>
                <a:spcPts val="0"/>
              </a:spcAft>
              <a:buClr>
                <a:schemeClr val="accent1"/>
              </a:buClr>
              <a:buSzPts val="2380"/>
              <a:buFont typeface="Arial"/>
              <a:buNone/>
            </a:pPr>
            <a:r>
              <a:rPr b="0" i="0" lang="en-US" sz="2800" u="none">
                <a:solidFill>
                  <a:schemeClr val="dk1"/>
                </a:solidFill>
                <a:latin typeface="Arial"/>
                <a:ea typeface="Arial"/>
                <a:cs typeface="Arial"/>
                <a:sym typeface="Arial"/>
              </a:rPr>
              <a:t>Here “name” structure member is accessed through pointer variable emp.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Structure with pointers</a:t>
            </a:r>
            <a:endParaRPr/>
          </a:p>
        </p:txBody>
      </p:sp>
      <p:sp>
        <p:nvSpPr>
          <p:cNvPr id="352" name="Google Shape;352;p5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80000"/>
              </a:lnSpc>
              <a:spcBef>
                <a:spcPts val="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#include &lt;stdio.h&gt;</a:t>
            </a:r>
            <a:endParaRPr/>
          </a:p>
          <a:p>
            <a:pPr indent="-182562" lvl="0" marL="182562" marR="0" rtl="0" algn="l">
              <a:lnSpc>
                <a:spcPct val="80000"/>
              </a:lnSpc>
              <a:spcBef>
                <a:spcPts val="30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struct Book {</a:t>
            </a:r>
            <a:endParaRPr/>
          </a:p>
          <a:p>
            <a:pPr indent="-182562" lvl="0" marL="182562" marR="0" rtl="0" algn="l">
              <a:lnSpc>
                <a:spcPct val="80000"/>
              </a:lnSpc>
              <a:spcBef>
                <a:spcPts val="30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    char name[20];</a:t>
            </a:r>
            <a:endParaRPr/>
          </a:p>
          <a:p>
            <a:pPr indent="-182562" lvl="0" marL="182562" marR="0" rtl="0" algn="l">
              <a:lnSpc>
                <a:spcPct val="80000"/>
              </a:lnSpc>
              <a:spcBef>
                <a:spcPts val="30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    int price;</a:t>
            </a:r>
            <a:endParaRPr/>
          </a:p>
          <a:p>
            <a:pPr indent="-182562" lvl="0" marL="182562" marR="0" rtl="0" algn="l">
              <a:lnSpc>
                <a:spcPct val="80000"/>
              </a:lnSpc>
              <a:spcBef>
                <a:spcPts val="30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a:t>
            </a:r>
            <a:endParaRPr/>
          </a:p>
          <a:p>
            <a:pPr indent="-182562" lvl="0" marL="182562" marR="0" rtl="0" algn="l">
              <a:lnSpc>
                <a:spcPct val="80000"/>
              </a:lnSpc>
              <a:spcBef>
                <a:spcPts val="300"/>
              </a:spcBef>
              <a:spcAft>
                <a:spcPts val="0"/>
              </a:spcAft>
              <a:buClr>
                <a:schemeClr val="accent1"/>
              </a:buClr>
              <a:buSzPts val="1275"/>
              <a:buFont typeface="Arial"/>
              <a:buNone/>
            </a:pPr>
            <a:r>
              <a:t/>
            </a:r>
            <a:endParaRPr b="0" i="0" sz="1500" u="none">
              <a:solidFill>
                <a:schemeClr val="dk1"/>
              </a:solidFill>
              <a:latin typeface="Courier New"/>
              <a:ea typeface="Courier New"/>
              <a:cs typeface="Courier New"/>
              <a:sym typeface="Courier New"/>
            </a:endParaRPr>
          </a:p>
          <a:p>
            <a:pPr indent="-182562" lvl="0" marL="182562" marR="0" rtl="0" algn="l">
              <a:lnSpc>
                <a:spcPct val="80000"/>
              </a:lnSpc>
              <a:spcBef>
                <a:spcPts val="30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int main() {</a:t>
            </a:r>
            <a:endParaRPr/>
          </a:p>
          <a:p>
            <a:pPr indent="-182562" lvl="0" marL="182562" marR="0" rtl="0" algn="l">
              <a:lnSpc>
                <a:spcPct val="80000"/>
              </a:lnSpc>
              <a:spcBef>
                <a:spcPts val="30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  struct Book b;</a:t>
            </a:r>
            <a:endParaRPr/>
          </a:p>
          <a:p>
            <a:pPr indent="-182562" lvl="0" marL="182562" marR="0" rtl="0" algn="l">
              <a:lnSpc>
                <a:spcPct val="80000"/>
              </a:lnSpc>
              <a:spcBef>
                <a:spcPts val="30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  struct Book* ptr;</a:t>
            </a:r>
            <a:endParaRPr/>
          </a:p>
          <a:p>
            <a:pPr indent="-182562" lvl="0" marL="182562" marR="0" rtl="0" algn="l">
              <a:lnSpc>
                <a:spcPct val="80000"/>
              </a:lnSpc>
              <a:spcBef>
                <a:spcPts val="300"/>
              </a:spcBef>
              <a:spcAft>
                <a:spcPts val="0"/>
              </a:spcAft>
              <a:buClr>
                <a:schemeClr val="accent1"/>
              </a:buClr>
              <a:buSzPts val="1275"/>
              <a:buFont typeface="Arial"/>
              <a:buNone/>
            </a:pPr>
            <a:r>
              <a:t/>
            </a:r>
            <a:endParaRPr b="0" i="0" sz="1500" u="none">
              <a:solidFill>
                <a:schemeClr val="dk1"/>
              </a:solidFill>
              <a:latin typeface="Courier New"/>
              <a:ea typeface="Courier New"/>
              <a:cs typeface="Courier New"/>
              <a:sym typeface="Courier New"/>
            </a:endParaRPr>
          </a:p>
          <a:p>
            <a:pPr indent="-182562" lvl="0" marL="182562" marR="0" rtl="0" algn="l">
              <a:lnSpc>
                <a:spcPct val="80000"/>
              </a:lnSpc>
              <a:spcBef>
                <a:spcPts val="30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  ptr = &amp;b;</a:t>
            </a:r>
            <a:endParaRPr/>
          </a:p>
          <a:p>
            <a:pPr indent="-182562" lvl="0" marL="182562" marR="0" rtl="0" algn="l">
              <a:lnSpc>
                <a:spcPct val="80000"/>
              </a:lnSpc>
              <a:spcBef>
                <a:spcPts val="30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  ptr-&gt;name ="D";</a:t>
            </a:r>
            <a:endParaRPr/>
          </a:p>
          <a:p>
            <a:pPr indent="-182562" lvl="0" marL="182562" marR="0" rtl="0" algn="l">
              <a:lnSpc>
                <a:spcPct val="80000"/>
              </a:lnSpc>
              <a:spcBef>
                <a:spcPts val="30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  ptr-&gt;price ="800";</a:t>
            </a:r>
            <a:endParaRPr/>
          </a:p>
          <a:p>
            <a:pPr indent="-182562" lvl="0" marL="182562" marR="0" rtl="0" algn="l">
              <a:lnSpc>
                <a:spcPct val="80000"/>
              </a:lnSpc>
              <a:spcBef>
                <a:spcPts val="300"/>
              </a:spcBef>
              <a:spcAft>
                <a:spcPts val="0"/>
              </a:spcAft>
              <a:buClr>
                <a:schemeClr val="accent1"/>
              </a:buClr>
              <a:buSzPts val="1275"/>
              <a:buFont typeface="Arial"/>
              <a:buNone/>
            </a:pPr>
            <a:r>
              <a:t/>
            </a:r>
            <a:endParaRPr b="0" i="0" sz="1500" u="none">
              <a:solidFill>
                <a:schemeClr val="dk1"/>
              </a:solidFill>
              <a:latin typeface="Courier New"/>
              <a:ea typeface="Courier New"/>
              <a:cs typeface="Courier New"/>
              <a:sym typeface="Courier New"/>
            </a:endParaRPr>
          </a:p>
          <a:p>
            <a:pPr indent="-182562" lvl="0" marL="182562" marR="0" rtl="0" algn="l">
              <a:lnSpc>
                <a:spcPct val="80000"/>
              </a:lnSpc>
              <a:spcBef>
                <a:spcPts val="30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  printf("Book name %s", ptr-&gt;name);</a:t>
            </a:r>
            <a:endParaRPr/>
          </a:p>
          <a:p>
            <a:pPr indent="-182562" lvl="0" marL="182562" marR="0" rtl="0" algn="l">
              <a:lnSpc>
                <a:spcPct val="80000"/>
              </a:lnSpc>
              <a:spcBef>
                <a:spcPts val="30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  printf("Book price %d", ptr-&gt;price);</a:t>
            </a:r>
            <a:endParaRPr/>
          </a:p>
          <a:p>
            <a:pPr indent="-182562" lvl="0" marL="182562" marR="0" rtl="0" algn="l">
              <a:lnSpc>
                <a:spcPct val="80000"/>
              </a:lnSpc>
              <a:spcBef>
                <a:spcPts val="300"/>
              </a:spcBef>
              <a:spcAft>
                <a:spcPts val="0"/>
              </a:spcAft>
              <a:buClr>
                <a:schemeClr val="accent1"/>
              </a:buClr>
              <a:buSzPts val="1275"/>
              <a:buFont typeface="Arial"/>
              <a:buNone/>
            </a:pPr>
            <a:r>
              <a:t/>
            </a:r>
            <a:endParaRPr b="0" i="0" sz="1500" u="none">
              <a:solidFill>
                <a:schemeClr val="dk1"/>
              </a:solidFill>
              <a:latin typeface="Courier New"/>
              <a:ea typeface="Courier New"/>
              <a:cs typeface="Courier New"/>
              <a:sym typeface="Courier New"/>
            </a:endParaRPr>
          </a:p>
          <a:p>
            <a:pPr indent="-182562" lvl="0" marL="182562" marR="0" rtl="0" algn="l">
              <a:lnSpc>
                <a:spcPct val="80000"/>
              </a:lnSpc>
              <a:spcBef>
                <a:spcPts val="300"/>
              </a:spcBef>
              <a:spcAft>
                <a:spcPts val="0"/>
              </a:spcAft>
              <a:buClr>
                <a:schemeClr val="accent1"/>
              </a:buClr>
              <a:buSzPts val="1275"/>
              <a:buFont typeface="Arial"/>
              <a:buNone/>
            </a:pPr>
            <a:r>
              <a:t/>
            </a:r>
            <a:endParaRPr b="0" i="0" sz="1500" u="none">
              <a:solidFill>
                <a:schemeClr val="dk1"/>
              </a:solidFill>
              <a:latin typeface="Courier New"/>
              <a:ea typeface="Courier New"/>
              <a:cs typeface="Courier New"/>
              <a:sym typeface="Courier New"/>
            </a:endParaRPr>
          </a:p>
          <a:p>
            <a:pPr indent="-182562" lvl="0" marL="182562" marR="0" rtl="0" algn="l">
              <a:lnSpc>
                <a:spcPct val="80000"/>
              </a:lnSpc>
              <a:spcBef>
                <a:spcPts val="300"/>
              </a:spcBef>
              <a:spcAft>
                <a:spcPts val="0"/>
              </a:spcAft>
              <a:buClr>
                <a:schemeClr val="accent1"/>
              </a:buClr>
              <a:buSzPts val="1275"/>
              <a:buFont typeface="Arial"/>
              <a:buNone/>
            </a:pPr>
            <a:r>
              <a:t/>
            </a:r>
            <a:endParaRPr b="0" i="0" sz="1500" u="none">
              <a:solidFill>
                <a:schemeClr val="dk1"/>
              </a:solidFill>
              <a:latin typeface="Courier New"/>
              <a:ea typeface="Courier New"/>
              <a:cs typeface="Courier New"/>
              <a:sym typeface="Courier New"/>
            </a:endParaRPr>
          </a:p>
          <a:p>
            <a:pPr indent="-182562" lvl="0" marL="182562" marR="0" rtl="0" algn="l">
              <a:lnSpc>
                <a:spcPct val="80000"/>
              </a:lnSpc>
              <a:spcBef>
                <a:spcPts val="300"/>
              </a:spcBef>
              <a:spcAft>
                <a:spcPts val="0"/>
              </a:spcAft>
              <a:buClr>
                <a:schemeClr val="accent1"/>
              </a:buClr>
              <a:buSzPts val="1275"/>
              <a:buFont typeface="Arial"/>
              <a:buNone/>
            </a:pPr>
            <a:r>
              <a:rPr b="0" i="0" lang="en-US" sz="1500" u="none">
                <a:solidFill>
                  <a:schemeClr val="dk1"/>
                </a:solidFill>
                <a:latin typeface="Courier New"/>
                <a:ea typeface="Courier New"/>
                <a:cs typeface="Courier New"/>
                <a:sym typeface="Courier New"/>
              </a:rPr>
              <a:t>}</a:t>
            </a:r>
            <a:endParaRPr/>
          </a:p>
          <a:p>
            <a:pPr indent="-101600" lvl="0" marL="182563" marR="0" rtl="0" algn="l">
              <a:spcBef>
                <a:spcPts val="300"/>
              </a:spcBef>
              <a:spcAft>
                <a:spcPts val="0"/>
              </a:spcAft>
              <a:buClr>
                <a:schemeClr val="accent1"/>
              </a:buClr>
              <a:buSzPts val="1275"/>
              <a:buFont typeface="Arial"/>
              <a:buNone/>
            </a:pPr>
            <a:r>
              <a:t/>
            </a:r>
            <a:endParaRPr b="0" i="0" sz="1500" u="none">
              <a:solidFill>
                <a:schemeClr val="dk1"/>
              </a:solidFill>
              <a:latin typeface="Courier New"/>
              <a:ea typeface="Courier New"/>
              <a:cs typeface="Courier New"/>
              <a:sym typeface="Courier New"/>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1" i="0" lang="en-US" sz="4000" u="sng">
                <a:solidFill>
                  <a:schemeClr val="dk2"/>
                </a:solidFill>
                <a:latin typeface="Arial"/>
                <a:ea typeface="Arial"/>
                <a:cs typeface="Arial"/>
                <a:sym typeface="Arial"/>
              </a:rPr>
              <a:t>Passing Structure to Function</a:t>
            </a:r>
            <a:endParaRPr/>
          </a:p>
        </p:txBody>
      </p:sp>
      <p:sp>
        <p:nvSpPr>
          <p:cNvPr id="358" name="Google Shape;358;p5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1"/>
              </a:buClr>
              <a:buSzPts val="2720"/>
              <a:buFont typeface="Arial"/>
              <a:buNone/>
            </a:pPr>
            <a:r>
              <a:rPr b="0" i="0" lang="en-US" sz="3200" u="none">
                <a:solidFill>
                  <a:schemeClr val="dk1"/>
                </a:solidFill>
                <a:latin typeface="Arial"/>
                <a:ea typeface="Arial"/>
                <a:cs typeface="Arial"/>
                <a:sym typeface="Arial"/>
              </a:rPr>
              <a:t>The structure variable can be passed to a function as a parameter. The program to pass a structure variable to a function.</a:t>
            </a:r>
            <a:endParaRPr/>
          </a:p>
          <a:p>
            <a:pPr indent="-9842" lvl="0" marL="182563" marR="0" rtl="0" algn="l">
              <a:spcBef>
                <a:spcPts val="640"/>
              </a:spcBef>
              <a:spcAft>
                <a:spcPts val="0"/>
              </a:spcAft>
              <a:buClr>
                <a:schemeClr val="accent1"/>
              </a:buClr>
              <a:buSzPts val="272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Passing struct to function</a:t>
            </a:r>
            <a:endParaRPr/>
          </a:p>
        </p:txBody>
      </p:sp>
      <p:sp>
        <p:nvSpPr>
          <p:cNvPr id="364" name="Google Shape;364;p55"/>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80000"/>
              </a:lnSpc>
              <a:spcBef>
                <a:spcPts val="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#include &lt;stdio.h&gt;</a:t>
            </a:r>
            <a:endParaRPr/>
          </a:p>
          <a:p>
            <a:pPr indent="-182562" lvl="0" marL="182562" marR="0" rtl="0" algn="l">
              <a:lnSpc>
                <a:spcPct val="80000"/>
              </a:lnSpc>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struct employee</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int  emp_id;</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char name[20];</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float salary;</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a:t>
            </a:r>
            <a:endParaRPr/>
          </a:p>
          <a:p>
            <a:pPr indent="-182562" lvl="0" marL="182562" marR="0" rtl="0" algn="l">
              <a:lnSpc>
                <a:spcPct val="80000"/>
              </a:lnSpc>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//void printdata( struct employee emp);</a:t>
            </a:r>
            <a:endParaRPr/>
          </a:p>
          <a:p>
            <a:pPr indent="-182562" lvl="0" marL="182562" marR="0" rtl="0" algn="l">
              <a:lnSpc>
                <a:spcPct val="80000"/>
              </a:lnSpc>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void main (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struct employee e1;</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 ("Enter the employee id of employee");</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scanf("%d",&amp;e1.emp_id);</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 ("Enter the name of employee");</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scanf("%s",e1.name);</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 ("Enter the salary of employee");</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scanf("%f",&amp;e1.salary);</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printdata(struct employee e1);</a:t>
            </a:r>
            <a:endParaRPr/>
          </a:p>
          <a:p>
            <a:pPr indent="-182562" lvl="0" marL="182562" marR="0" rtl="0" algn="l">
              <a:lnSpc>
                <a:spcPct val="80000"/>
              </a:lnSpc>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a:t>
            </a:r>
            <a:endParaRPr/>
          </a:p>
          <a:p>
            <a:pPr indent="-182562" lvl="0" marL="182562" marR="0" rtl="0" algn="l">
              <a:lnSpc>
                <a:spcPct val="80000"/>
              </a:lnSpc>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void printdata(struct employee emp)</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 ("\nThe employee id of employee is : %d", emp.emp_id);</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 ("\nThe name of employee is : %s", emp.name);</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printf ("\nThe salary of employee is : %f", emp.salary);</a:t>
            </a:r>
            <a:endParaRPr/>
          </a:p>
          <a:p>
            <a:pPr indent="-182562" lvl="0" marL="182562" marR="0" rtl="0" algn="l">
              <a:lnSpc>
                <a:spcPct val="80000"/>
              </a:lnSpc>
              <a:spcBef>
                <a:spcPts val="200"/>
              </a:spcBef>
              <a:spcAft>
                <a:spcPts val="0"/>
              </a:spcAft>
              <a:buClr>
                <a:schemeClr val="accent1"/>
              </a:buClr>
              <a:buSzPts val="850"/>
              <a:buFont typeface="Arial"/>
              <a:buNone/>
            </a:pPr>
            <a:r>
              <a:rPr b="0" i="0" lang="en-US" sz="1000" u="none">
                <a:solidFill>
                  <a:schemeClr val="dk1"/>
                </a:solidFill>
                <a:latin typeface="Courier New"/>
                <a:ea typeface="Courier New"/>
                <a:cs typeface="Courier New"/>
                <a:sym typeface="Courier New"/>
              </a:rPr>
              <a:t>   }</a:t>
            </a:r>
            <a:endParaRPr/>
          </a:p>
          <a:p>
            <a:pPr indent="-128588" lvl="0" marL="182563" marR="0" rtl="0" algn="l">
              <a:spcBef>
                <a:spcPts val="200"/>
              </a:spcBef>
              <a:spcAft>
                <a:spcPts val="0"/>
              </a:spcAft>
              <a:buClr>
                <a:schemeClr val="accent1"/>
              </a:buClr>
              <a:buSzPts val="850"/>
              <a:buFont typeface="Arial"/>
              <a:buNone/>
            </a:pPr>
            <a:r>
              <a:t/>
            </a:r>
            <a:endParaRPr b="0" i="0" sz="1000" u="none">
              <a:solidFill>
                <a:schemeClr val="dk1"/>
              </a:solidFill>
              <a:latin typeface="Courier New"/>
              <a:ea typeface="Courier New"/>
              <a:cs typeface="Courier New"/>
              <a:sym typeface="Courier New"/>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6"/>
          <p:cNvSpPr txBox="1"/>
          <p:nvPr>
            <p:ph idx="1" type="body"/>
          </p:nvPr>
        </p:nvSpPr>
        <p:spPr>
          <a:xfrm>
            <a:off x="152400" y="381000"/>
            <a:ext cx="8763000" cy="64008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3400"/>
              <a:buNone/>
            </a:pPr>
            <a:r>
              <a:rPr b="1" i="0" lang="en-US" sz="4000" u="sng">
                <a:solidFill>
                  <a:schemeClr val="dk2"/>
                </a:solidFill>
                <a:latin typeface="Arial"/>
                <a:ea typeface="Arial"/>
                <a:cs typeface="Arial"/>
                <a:sym typeface="Arial"/>
              </a:rPr>
              <a:t>Union Data Type</a:t>
            </a:r>
            <a:endParaRPr/>
          </a:p>
          <a:p>
            <a:pPr indent="0" lvl="0" marL="0" rtl="0" algn="l">
              <a:lnSpc>
                <a:spcPct val="83333"/>
              </a:lnSpc>
              <a:spcBef>
                <a:spcPts val="0"/>
              </a:spcBef>
              <a:spcAft>
                <a:spcPts val="0"/>
              </a:spcAft>
              <a:buSzPts val="2040"/>
              <a:buNone/>
            </a:pPr>
            <a:r>
              <a:t/>
            </a:r>
            <a:endParaRPr b="0" i="0" sz="2400" u="none">
              <a:solidFill>
                <a:schemeClr val="dk1"/>
              </a:solidFill>
              <a:latin typeface="Arial"/>
              <a:ea typeface="Arial"/>
              <a:cs typeface="Arial"/>
              <a:sym typeface="Arial"/>
            </a:endParaRPr>
          </a:p>
          <a:p>
            <a:pPr indent="0" lvl="0" marL="0" rtl="0" algn="just">
              <a:lnSpc>
                <a:spcPct val="110000"/>
              </a:lnSpc>
              <a:spcBef>
                <a:spcPts val="560"/>
              </a:spcBef>
              <a:spcAft>
                <a:spcPts val="0"/>
              </a:spcAft>
              <a:buSzPts val="2380"/>
              <a:buNone/>
            </a:pPr>
            <a:r>
              <a:rPr b="0" i="0" lang="en-US" sz="2800" u="none">
                <a:solidFill>
                  <a:schemeClr val="dk1"/>
                </a:solidFill>
                <a:latin typeface="Arial"/>
                <a:ea typeface="Arial"/>
                <a:cs typeface="Arial"/>
                <a:sym typeface="Arial"/>
              </a:rPr>
              <a:t>A union is a user defined data type like structure. The union groups logically related variables into a single unit. </a:t>
            </a:r>
            <a:endParaRPr/>
          </a:p>
          <a:p>
            <a:pPr indent="0" lvl="0" marL="0" rtl="0" algn="just">
              <a:lnSpc>
                <a:spcPct val="110000"/>
              </a:lnSpc>
              <a:spcBef>
                <a:spcPts val="560"/>
              </a:spcBef>
              <a:spcAft>
                <a:spcPts val="0"/>
              </a:spcAft>
              <a:buSzPts val="2380"/>
              <a:buNone/>
            </a:pPr>
            <a:r>
              <a:rPr b="0" i="0" lang="en-US" sz="2800" u="none">
                <a:solidFill>
                  <a:schemeClr val="dk1"/>
                </a:solidFill>
                <a:latin typeface="Arial"/>
                <a:ea typeface="Arial"/>
                <a:cs typeface="Arial"/>
                <a:sym typeface="Arial"/>
              </a:rPr>
              <a:t>The union data type allocate the space equal to space need to hold the largest data member of union. The union allows different types of variable to share same space in memory. </a:t>
            </a:r>
            <a:endParaRPr/>
          </a:p>
          <a:p>
            <a:pPr indent="0" lvl="0" marL="0" rtl="0" algn="just">
              <a:lnSpc>
                <a:spcPct val="110000"/>
              </a:lnSpc>
              <a:spcBef>
                <a:spcPts val="560"/>
              </a:spcBef>
              <a:spcAft>
                <a:spcPts val="0"/>
              </a:spcAft>
              <a:buSzPts val="2380"/>
              <a:buNone/>
            </a:pPr>
            <a:r>
              <a:rPr b="0" i="0" lang="en-US" sz="2800" u="none">
                <a:solidFill>
                  <a:schemeClr val="dk1"/>
                </a:solidFill>
                <a:latin typeface="Arial"/>
                <a:ea typeface="Arial"/>
                <a:cs typeface="Arial"/>
                <a:sym typeface="Arial"/>
              </a:rPr>
              <a:t>There is no other difference between structure and union than internal difference. The method to declare, use and access the union is same as structure.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7"/>
          <p:cNvSpPr txBox="1"/>
          <p:nvPr>
            <p:ph idx="1" type="body"/>
          </p:nvPr>
        </p:nvSpPr>
        <p:spPr>
          <a:xfrm>
            <a:off x="152400" y="381000"/>
            <a:ext cx="8839200" cy="64008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SzPts val="3400"/>
              <a:buNone/>
            </a:pPr>
            <a:r>
              <a:rPr b="1" i="0" lang="en-US" sz="4000" u="sng">
                <a:solidFill>
                  <a:schemeClr val="dk2"/>
                </a:solidFill>
                <a:latin typeface="Arial"/>
                <a:ea typeface="Arial"/>
                <a:cs typeface="Arial"/>
                <a:sym typeface="Arial"/>
              </a:rPr>
              <a:t>Defining of Union </a:t>
            </a:r>
            <a:endParaRPr/>
          </a:p>
          <a:p>
            <a:pPr indent="0" lvl="0" marL="0" rtl="0" algn="just">
              <a:lnSpc>
                <a:spcPct val="120000"/>
              </a:lnSpc>
              <a:spcBef>
                <a:spcPts val="560"/>
              </a:spcBef>
              <a:spcAft>
                <a:spcPts val="0"/>
              </a:spcAft>
              <a:buSzPts val="2380"/>
              <a:buNone/>
            </a:pPr>
            <a:r>
              <a:rPr b="0" i="0" lang="en-US" sz="2800" u="none">
                <a:solidFill>
                  <a:schemeClr val="dk1"/>
                </a:solidFill>
                <a:latin typeface="Arial"/>
                <a:ea typeface="Arial"/>
                <a:cs typeface="Arial"/>
                <a:sym typeface="Arial"/>
              </a:rPr>
              <a:t>A union has to defined, before it can used. The syntax of defining a structure is</a:t>
            </a:r>
            <a:endParaRPr/>
          </a:p>
          <a:p>
            <a:pPr indent="0" lvl="0" marL="0" rtl="0" algn="just">
              <a:lnSpc>
                <a:spcPct val="120000"/>
              </a:lnSpc>
              <a:spcBef>
                <a:spcPts val="560"/>
              </a:spcBef>
              <a:spcAft>
                <a:spcPts val="0"/>
              </a:spcAft>
              <a:buSzPts val="2380"/>
              <a:buNone/>
            </a:pPr>
            <a:r>
              <a:rPr b="0" i="0" lang="en-US" sz="2800" u="none">
                <a:solidFill>
                  <a:schemeClr val="dk1"/>
                </a:solidFill>
                <a:latin typeface="Arial"/>
                <a:ea typeface="Arial"/>
                <a:cs typeface="Arial"/>
                <a:sym typeface="Arial"/>
              </a:rPr>
              <a:t> union &lt;union_name&gt;</a:t>
            </a:r>
            <a:endParaRPr/>
          </a:p>
          <a:p>
            <a:pPr indent="0" lvl="0" marL="0" rtl="0" algn="just">
              <a:lnSpc>
                <a:spcPct val="120000"/>
              </a:lnSpc>
              <a:spcBef>
                <a:spcPts val="560"/>
              </a:spcBef>
              <a:spcAft>
                <a:spcPts val="0"/>
              </a:spcAft>
              <a:buSzPts val="2380"/>
              <a:buNone/>
            </a:pPr>
            <a:r>
              <a:rPr b="0" i="0" lang="en-US" sz="2800" u="none">
                <a:solidFill>
                  <a:schemeClr val="dk1"/>
                </a:solidFill>
                <a:latin typeface="Arial"/>
                <a:ea typeface="Arial"/>
                <a:cs typeface="Arial"/>
                <a:sym typeface="Arial"/>
              </a:rPr>
              <a:t> {</a:t>
            </a:r>
            <a:endParaRPr/>
          </a:p>
          <a:p>
            <a:pPr indent="0" lvl="0" marL="0" rtl="0" algn="just">
              <a:lnSpc>
                <a:spcPct val="120000"/>
              </a:lnSpc>
              <a:spcBef>
                <a:spcPts val="560"/>
              </a:spcBef>
              <a:spcAft>
                <a:spcPts val="0"/>
              </a:spcAft>
              <a:buSzPts val="2380"/>
              <a:buNone/>
            </a:pPr>
            <a:r>
              <a:rPr b="0" i="0" lang="en-US" sz="2800" u="none">
                <a:solidFill>
                  <a:schemeClr val="dk1"/>
                </a:solidFill>
                <a:latin typeface="Arial"/>
                <a:ea typeface="Arial"/>
                <a:cs typeface="Arial"/>
                <a:sym typeface="Arial"/>
              </a:rPr>
              <a:t>   &lt;data_type&gt; &lt;variable_name&gt;;</a:t>
            </a:r>
            <a:endParaRPr/>
          </a:p>
          <a:p>
            <a:pPr indent="0" lvl="0" marL="0" rtl="0" algn="just">
              <a:lnSpc>
                <a:spcPct val="120000"/>
              </a:lnSpc>
              <a:spcBef>
                <a:spcPts val="560"/>
              </a:spcBef>
              <a:spcAft>
                <a:spcPts val="0"/>
              </a:spcAft>
              <a:buSzPts val="2380"/>
              <a:buNone/>
            </a:pPr>
            <a:r>
              <a:rPr b="0" i="0" lang="en-US" sz="2800" u="none">
                <a:solidFill>
                  <a:schemeClr val="dk1"/>
                </a:solidFill>
                <a:latin typeface="Arial"/>
                <a:ea typeface="Arial"/>
                <a:cs typeface="Arial"/>
                <a:sym typeface="Arial"/>
              </a:rPr>
              <a:t>   &lt;data_type&gt; &lt;variable_name&gt;;</a:t>
            </a:r>
            <a:endParaRPr/>
          </a:p>
          <a:p>
            <a:pPr indent="0" lvl="0" marL="0" rtl="0" algn="just">
              <a:lnSpc>
                <a:spcPct val="120000"/>
              </a:lnSpc>
              <a:spcBef>
                <a:spcPts val="560"/>
              </a:spcBef>
              <a:spcAft>
                <a:spcPts val="0"/>
              </a:spcAft>
              <a:buSzPts val="2380"/>
              <a:buNone/>
            </a:pPr>
            <a:r>
              <a:rPr b="0" i="0" lang="en-US" sz="2800" u="none">
                <a:solidFill>
                  <a:schemeClr val="dk1"/>
                </a:solidFill>
                <a:latin typeface="Arial"/>
                <a:ea typeface="Arial"/>
                <a:cs typeface="Arial"/>
                <a:sym typeface="Arial"/>
              </a:rPr>
              <a:t>    ……..</a:t>
            </a:r>
            <a:endParaRPr/>
          </a:p>
          <a:p>
            <a:pPr indent="0" lvl="0" marL="0" rtl="0" algn="just">
              <a:lnSpc>
                <a:spcPct val="120000"/>
              </a:lnSpc>
              <a:spcBef>
                <a:spcPts val="560"/>
              </a:spcBef>
              <a:spcAft>
                <a:spcPts val="0"/>
              </a:spcAft>
              <a:buSzPts val="2380"/>
              <a:buNone/>
            </a:pPr>
            <a:r>
              <a:rPr b="0" i="0" lang="en-US" sz="2800" u="none">
                <a:solidFill>
                  <a:schemeClr val="dk1"/>
                </a:solidFill>
                <a:latin typeface="Arial"/>
                <a:ea typeface="Arial"/>
                <a:cs typeface="Arial"/>
                <a:sym typeface="Arial"/>
              </a:rPr>
              <a:t>   &lt;data_type&gt; &lt;variable_name&gt;;</a:t>
            </a:r>
            <a:endParaRPr/>
          </a:p>
          <a:p>
            <a:pPr indent="0" lvl="0" marL="0" rtl="0" algn="just">
              <a:lnSpc>
                <a:spcPct val="120000"/>
              </a:lnSpc>
              <a:spcBef>
                <a:spcPts val="560"/>
              </a:spcBef>
              <a:spcAft>
                <a:spcPts val="0"/>
              </a:spcAft>
              <a:buSzPts val="2380"/>
              <a:buNone/>
            </a:pP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Union example</a:t>
            </a:r>
            <a:endParaRPr/>
          </a:p>
        </p:txBody>
      </p:sp>
      <p:sp>
        <p:nvSpPr>
          <p:cNvPr id="382" name="Google Shape;382;p58"/>
          <p:cNvSpPr txBox="1"/>
          <p:nvPr>
            <p:ph idx="1" type="body"/>
          </p:nvPr>
        </p:nvSpPr>
        <p:spPr>
          <a:xfrm>
            <a:off x="401637" y="1397000"/>
            <a:ext cx="8229600" cy="4525962"/>
          </a:xfrm>
          <a:prstGeom prst="rect">
            <a:avLst/>
          </a:prstGeom>
          <a:noFill/>
          <a:ln>
            <a:noFill/>
          </a:ln>
        </p:spPr>
        <p:txBody>
          <a:bodyPr anchorCtr="0" anchor="t" bIns="45700" lIns="91425" spcFirstLastPara="1" rIns="91425" wrap="square" tIns="45700">
            <a:normAutofit/>
          </a:bodyPr>
          <a:lstStyle/>
          <a:p>
            <a:pPr indent="-182562" lvl="0" marL="182562" rtl="0" algn="l">
              <a:lnSpc>
                <a:spcPct val="80000"/>
              </a:lnSpc>
              <a:spcBef>
                <a:spcPts val="0"/>
              </a:spcBef>
              <a:spcAft>
                <a:spcPts val="0"/>
              </a:spcAft>
              <a:buSzPts val="935"/>
              <a:buNone/>
            </a:pPr>
            <a:r>
              <a:rPr b="0" i="0" lang="en-US" sz="1100" u="none">
                <a:solidFill>
                  <a:schemeClr val="dk1"/>
                </a:solidFill>
                <a:latin typeface="Courier New"/>
                <a:ea typeface="Courier New"/>
                <a:cs typeface="Courier New"/>
                <a:sym typeface="Courier New"/>
              </a:rPr>
              <a:t>#include &lt;stdio.h&gt;</a:t>
            </a:r>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#include &lt;string.h&gt;</a:t>
            </a:r>
            <a:endParaRPr/>
          </a:p>
          <a:p>
            <a:pPr indent="-182562" lvl="0" marL="182562" rtl="0" algn="l">
              <a:lnSpc>
                <a:spcPct val="80000"/>
              </a:lnSpc>
              <a:spcBef>
                <a:spcPts val="220"/>
              </a:spcBef>
              <a:spcAft>
                <a:spcPts val="0"/>
              </a:spcAft>
              <a:buSzPts val="935"/>
              <a:buNone/>
            </a:pPr>
            <a:r>
              <a:t/>
            </a:r>
            <a:endParaRPr b="0" i="0" sz="1100" u="none">
              <a:solidFill>
                <a:schemeClr val="dk1"/>
              </a:solidFill>
              <a:latin typeface="Courier New"/>
              <a:ea typeface="Courier New"/>
              <a:cs typeface="Courier New"/>
              <a:sym typeface="Courier New"/>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union Data</a:t>
            </a:r>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a:t>
            </a:r>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   int i;</a:t>
            </a:r>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   float f;</a:t>
            </a:r>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   char  str[20];</a:t>
            </a:r>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a:t>
            </a:r>
            <a:endParaRPr/>
          </a:p>
          <a:p>
            <a:pPr indent="-182562" lvl="0" marL="182562" rtl="0" algn="l">
              <a:lnSpc>
                <a:spcPct val="80000"/>
              </a:lnSpc>
              <a:spcBef>
                <a:spcPts val="220"/>
              </a:spcBef>
              <a:spcAft>
                <a:spcPts val="0"/>
              </a:spcAft>
              <a:buSzPts val="935"/>
              <a:buNone/>
            </a:pPr>
            <a:r>
              <a:t/>
            </a:r>
            <a:endParaRPr b="0" i="0" sz="1100" u="none">
              <a:solidFill>
                <a:schemeClr val="dk1"/>
              </a:solidFill>
              <a:latin typeface="Courier New"/>
              <a:ea typeface="Courier New"/>
              <a:cs typeface="Courier New"/>
              <a:sym typeface="Courier New"/>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int main( )</a:t>
            </a:r>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a:t>
            </a:r>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   union Data data;</a:t>
            </a:r>
            <a:endParaRPr/>
          </a:p>
          <a:p>
            <a:pPr indent="-182562" lvl="0" marL="182562" rtl="0" algn="l">
              <a:lnSpc>
                <a:spcPct val="80000"/>
              </a:lnSpc>
              <a:spcBef>
                <a:spcPts val="220"/>
              </a:spcBef>
              <a:spcAft>
                <a:spcPts val="0"/>
              </a:spcAft>
              <a:buSzPts val="935"/>
              <a:buNone/>
            </a:pPr>
            <a:r>
              <a:t/>
            </a:r>
            <a:endParaRPr b="0" i="0" sz="1100" u="none">
              <a:solidFill>
                <a:schemeClr val="dk1"/>
              </a:solidFill>
              <a:latin typeface="Courier New"/>
              <a:ea typeface="Courier New"/>
              <a:cs typeface="Courier New"/>
              <a:sym typeface="Courier New"/>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   data.i = 10;</a:t>
            </a:r>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   printf( "data.i : %d\n", data.i);</a:t>
            </a:r>
            <a:endParaRPr/>
          </a:p>
          <a:p>
            <a:pPr indent="-182562" lvl="0" marL="182562" rtl="0" algn="l">
              <a:lnSpc>
                <a:spcPct val="80000"/>
              </a:lnSpc>
              <a:spcBef>
                <a:spcPts val="220"/>
              </a:spcBef>
              <a:spcAft>
                <a:spcPts val="0"/>
              </a:spcAft>
              <a:buSzPts val="935"/>
              <a:buNone/>
            </a:pPr>
            <a:r>
              <a:t/>
            </a:r>
            <a:endParaRPr b="0" i="0" sz="1100" u="none">
              <a:solidFill>
                <a:schemeClr val="dk1"/>
              </a:solidFill>
              <a:latin typeface="Courier New"/>
              <a:ea typeface="Courier New"/>
              <a:cs typeface="Courier New"/>
              <a:sym typeface="Courier New"/>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   data.f = 220.5;</a:t>
            </a:r>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   printf( "data.f : %1f\n", data.f);</a:t>
            </a:r>
            <a:endParaRPr/>
          </a:p>
          <a:p>
            <a:pPr indent="-182562" lvl="0" marL="182562" rtl="0" algn="l">
              <a:lnSpc>
                <a:spcPct val="80000"/>
              </a:lnSpc>
              <a:spcBef>
                <a:spcPts val="220"/>
              </a:spcBef>
              <a:spcAft>
                <a:spcPts val="0"/>
              </a:spcAft>
              <a:buSzPts val="935"/>
              <a:buNone/>
            </a:pPr>
            <a:r>
              <a:t/>
            </a:r>
            <a:endParaRPr b="0" i="0" sz="1100" u="none">
              <a:solidFill>
                <a:schemeClr val="dk1"/>
              </a:solidFill>
              <a:latin typeface="Courier New"/>
              <a:ea typeface="Courier New"/>
              <a:cs typeface="Courier New"/>
              <a:sym typeface="Courier New"/>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   strcpy( data.str, "C Programming");</a:t>
            </a:r>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   printf( "data.str : %s\n", data.str);</a:t>
            </a:r>
            <a:endParaRPr/>
          </a:p>
          <a:p>
            <a:pPr indent="-182562" lvl="0" marL="182562" rtl="0" algn="l">
              <a:lnSpc>
                <a:spcPct val="80000"/>
              </a:lnSpc>
              <a:spcBef>
                <a:spcPts val="220"/>
              </a:spcBef>
              <a:spcAft>
                <a:spcPts val="0"/>
              </a:spcAft>
              <a:buSzPts val="935"/>
              <a:buNone/>
            </a:pPr>
            <a:r>
              <a:t/>
            </a:r>
            <a:endParaRPr b="0" i="0" sz="1100" u="none">
              <a:solidFill>
                <a:schemeClr val="dk1"/>
              </a:solidFill>
              <a:latin typeface="Courier New"/>
              <a:ea typeface="Courier New"/>
              <a:cs typeface="Courier New"/>
              <a:sym typeface="Courier New"/>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   return 0;</a:t>
            </a:r>
            <a:endParaRPr/>
          </a:p>
          <a:p>
            <a:pPr indent="-182562" lvl="0" marL="182562" rtl="0" algn="l">
              <a:lnSpc>
                <a:spcPct val="80000"/>
              </a:lnSpc>
              <a:spcBef>
                <a:spcPts val="220"/>
              </a:spcBef>
              <a:spcAft>
                <a:spcPts val="0"/>
              </a:spcAft>
              <a:buSzPts val="935"/>
              <a:buNone/>
            </a:pPr>
            <a:r>
              <a:rPr b="0" i="0" lang="en-US" sz="1100" u="none">
                <a:solidFill>
                  <a:schemeClr val="dk1"/>
                </a:solidFill>
                <a:latin typeface="Courier New"/>
                <a:ea typeface="Courier New"/>
                <a:cs typeface="Courier New"/>
                <a:sym typeface="Courier New"/>
              </a:rPr>
              <a:t>}</a:t>
            </a:r>
            <a:endParaRPr/>
          </a:p>
          <a:p>
            <a:pPr indent="-123190" lvl="0" marL="182563" rtl="0" algn="l">
              <a:spcBef>
                <a:spcPts val="220"/>
              </a:spcBef>
              <a:spcAft>
                <a:spcPts val="0"/>
              </a:spcAft>
              <a:buSzPts val="935"/>
              <a:buNone/>
            </a:pPr>
            <a:r>
              <a:t/>
            </a:r>
            <a:endParaRPr b="0" i="0" sz="1100" u="none">
              <a:solidFill>
                <a:schemeClr val="dk1"/>
              </a:solidFill>
              <a:latin typeface="Courier New"/>
              <a:ea typeface="Courier New"/>
              <a:cs typeface="Courier New"/>
              <a:sym typeface="Courier New"/>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9"/>
          <p:cNvSpPr txBox="1"/>
          <p:nvPr>
            <p:ph idx="1" type="body"/>
          </p:nvPr>
        </p:nvSpPr>
        <p:spPr>
          <a:xfrm>
            <a:off x="457200" y="76200"/>
            <a:ext cx="8229600" cy="6705600"/>
          </a:xfrm>
          <a:prstGeom prst="rect">
            <a:avLst/>
          </a:prstGeom>
          <a:noFill/>
          <a:ln>
            <a:noFill/>
          </a:ln>
        </p:spPr>
        <p:txBody>
          <a:bodyPr anchorCtr="0" anchor="t" bIns="45700" lIns="91425" spcFirstLastPara="1" rIns="91425" wrap="square" tIns="45700">
            <a:normAutofit/>
          </a:bodyPr>
          <a:lstStyle/>
          <a:p>
            <a:pPr indent="0" lvl="0" marL="0" rtl="0" algn="ctr">
              <a:lnSpc>
                <a:spcPct val="210526"/>
              </a:lnSpc>
              <a:spcBef>
                <a:spcPts val="0"/>
              </a:spcBef>
              <a:spcAft>
                <a:spcPts val="0"/>
              </a:spcAft>
              <a:buSzPts val="1615"/>
              <a:buNone/>
            </a:pPr>
            <a:r>
              <a:rPr b="1" i="0" lang="en-US" sz="1900" u="sng">
                <a:solidFill>
                  <a:schemeClr val="dk1"/>
                </a:solidFill>
                <a:latin typeface="Arial"/>
                <a:ea typeface="Arial"/>
                <a:cs typeface="Arial"/>
                <a:sym typeface="Arial"/>
              </a:rPr>
              <a:t>Memory Space Allocation </a:t>
            </a:r>
            <a:endParaRPr/>
          </a:p>
          <a:p>
            <a:pPr indent="0" lvl="0" marL="0" rtl="0" algn="l">
              <a:lnSpc>
                <a:spcPct val="80000"/>
              </a:lnSpc>
              <a:spcBef>
                <a:spcPts val="440"/>
              </a:spcBef>
              <a:spcAft>
                <a:spcPts val="0"/>
              </a:spcAft>
              <a:buSzPts val="1870"/>
              <a:buNone/>
            </a:pPr>
            <a:r>
              <a:rPr b="0" i="0" lang="en-US" sz="2200" u="none">
                <a:solidFill>
                  <a:schemeClr val="dk1"/>
                </a:solidFill>
                <a:latin typeface="Arial"/>
                <a:ea typeface="Arial"/>
                <a:cs typeface="Arial"/>
                <a:sym typeface="Arial"/>
              </a:rPr>
              <a:t>8000				      </a:t>
            </a:r>
            <a:endParaRPr/>
          </a:p>
          <a:p>
            <a:pPr indent="0" lvl="0" marL="0" rtl="0" algn="l">
              <a:lnSpc>
                <a:spcPct val="80000"/>
              </a:lnSpc>
              <a:spcBef>
                <a:spcPts val="440"/>
              </a:spcBef>
              <a:spcAft>
                <a:spcPts val="0"/>
              </a:spcAft>
              <a:buSzPts val="1870"/>
              <a:buNone/>
            </a:pPr>
            <a:r>
              <a:rPr b="0" i="0" lang="en-US" sz="2200" u="none">
                <a:solidFill>
                  <a:schemeClr val="dk1"/>
                </a:solidFill>
                <a:latin typeface="Arial"/>
                <a:ea typeface="Arial"/>
                <a:cs typeface="Arial"/>
                <a:sym typeface="Arial"/>
              </a:rPr>
              <a:t>				      emp_id, dept_no, age</a:t>
            </a:r>
            <a:endParaRPr/>
          </a:p>
          <a:p>
            <a:pPr indent="0" lvl="0" marL="0" rtl="0" algn="l">
              <a:lnSpc>
                <a:spcPct val="80000"/>
              </a:lnSpc>
              <a:spcBef>
                <a:spcPts val="440"/>
              </a:spcBef>
              <a:spcAft>
                <a:spcPts val="0"/>
              </a:spcAft>
              <a:buSzPts val="1870"/>
              <a:buNone/>
            </a:pPr>
            <a:r>
              <a:rPr b="0" i="0" lang="en-US" sz="2200" u="none">
                <a:solidFill>
                  <a:schemeClr val="dk1"/>
                </a:solidFill>
                <a:latin typeface="Arial"/>
                <a:ea typeface="Arial"/>
                <a:cs typeface="Arial"/>
                <a:sym typeface="Arial"/>
              </a:rPr>
              <a:t>8002				</a:t>
            </a:r>
            <a:endParaRPr/>
          </a:p>
          <a:p>
            <a:pPr indent="0" lvl="0" marL="0" rtl="0" algn="l">
              <a:lnSpc>
                <a:spcPct val="80000"/>
              </a:lnSpc>
              <a:spcBef>
                <a:spcPts val="440"/>
              </a:spcBef>
              <a:spcAft>
                <a:spcPts val="0"/>
              </a:spcAft>
              <a:buSzPts val="1870"/>
              <a:buNone/>
            </a:pPr>
            <a:r>
              <a:rPr b="0" i="0" lang="en-US" sz="2200" u="none">
                <a:solidFill>
                  <a:schemeClr val="dk1"/>
                </a:solidFill>
                <a:latin typeface="Arial"/>
                <a:ea typeface="Arial"/>
                <a:cs typeface="Arial"/>
                <a:sym typeface="Arial"/>
              </a:rPr>
              <a:t>				  salary</a:t>
            </a:r>
            <a:endParaRPr/>
          </a:p>
          <a:p>
            <a:pPr indent="0" lvl="0" marL="0" rtl="0" algn="l">
              <a:lnSpc>
                <a:spcPct val="80000"/>
              </a:lnSpc>
              <a:spcBef>
                <a:spcPts val="440"/>
              </a:spcBef>
              <a:spcAft>
                <a:spcPts val="0"/>
              </a:spcAft>
              <a:buSzPts val="1870"/>
              <a:buNone/>
            </a:pPr>
            <a:r>
              <a:rPr b="0" i="0" lang="en-US" sz="2200" u="none">
                <a:solidFill>
                  <a:schemeClr val="dk1"/>
                </a:solidFill>
                <a:latin typeface="Arial"/>
                <a:ea typeface="Arial"/>
                <a:cs typeface="Arial"/>
                <a:sym typeface="Arial"/>
              </a:rPr>
              <a:t>8004 			</a:t>
            </a:r>
            <a:endParaRPr/>
          </a:p>
          <a:p>
            <a:pPr indent="0" lvl="0" marL="0" rtl="0" algn="l">
              <a:lnSpc>
                <a:spcPct val="80000"/>
              </a:lnSpc>
              <a:spcBef>
                <a:spcPts val="440"/>
              </a:spcBef>
              <a:spcAft>
                <a:spcPts val="0"/>
              </a:spcAft>
              <a:buSzPts val="1870"/>
              <a:buNone/>
            </a:pPr>
            <a:r>
              <a:rPr b="0" i="0" lang="en-US" sz="2200" u="none">
                <a:solidFill>
                  <a:schemeClr val="dk1"/>
                </a:solidFill>
                <a:latin typeface="Arial"/>
                <a:ea typeface="Arial"/>
                <a:cs typeface="Arial"/>
                <a:sym typeface="Arial"/>
              </a:rPr>
              <a:t>				name</a:t>
            </a:r>
            <a:endParaRPr/>
          </a:p>
          <a:p>
            <a:pPr indent="0" lvl="0" marL="0" rtl="0" algn="l">
              <a:lnSpc>
                <a:spcPct val="80000"/>
              </a:lnSpc>
              <a:spcBef>
                <a:spcPts val="440"/>
              </a:spcBef>
              <a:spcAft>
                <a:spcPts val="0"/>
              </a:spcAft>
              <a:buSzPts val="1870"/>
              <a:buNone/>
            </a:pPr>
            <a:r>
              <a:rPr b="0" i="0" lang="en-US" sz="2200" u="none">
                <a:solidFill>
                  <a:schemeClr val="dk1"/>
                </a:solidFill>
                <a:latin typeface="Arial"/>
                <a:ea typeface="Arial"/>
                <a:cs typeface="Arial"/>
                <a:sym typeface="Arial"/>
              </a:rPr>
              <a:t>				 	</a:t>
            </a:r>
            <a:endParaRPr/>
          </a:p>
          <a:p>
            <a:pPr indent="0" lvl="0" marL="0" rtl="0" algn="l">
              <a:lnSpc>
                <a:spcPct val="80000"/>
              </a:lnSpc>
              <a:spcBef>
                <a:spcPts val="440"/>
              </a:spcBef>
              <a:spcAft>
                <a:spcPts val="0"/>
              </a:spcAft>
              <a:buSzPts val="1870"/>
              <a:buNone/>
            </a:pPr>
            <a:r>
              <a:rPr b="0" i="0" lang="en-US" sz="2200" u="none">
                <a:solidFill>
                  <a:schemeClr val="dk1"/>
                </a:solidFill>
                <a:latin typeface="Arial"/>
                <a:ea typeface="Arial"/>
                <a:cs typeface="Arial"/>
                <a:sym typeface="Arial"/>
              </a:rPr>
              <a:t>8022				</a:t>
            </a:r>
            <a:endParaRPr/>
          </a:p>
          <a:p>
            <a:pPr indent="0" lvl="0" marL="0" rtl="0" algn="l">
              <a:lnSpc>
                <a:spcPct val="80000"/>
              </a:lnSpc>
              <a:spcBef>
                <a:spcPts val="440"/>
              </a:spcBef>
              <a:spcAft>
                <a:spcPts val="0"/>
              </a:spcAft>
              <a:buSzPts val="1870"/>
              <a:buNone/>
            </a:pPr>
            <a:r>
              <a:t/>
            </a:r>
            <a:endParaRPr b="0" i="0" sz="2200" u="none">
              <a:solidFill>
                <a:schemeClr val="dk1"/>
              </a:solidFill>
              <a:latin typeface="Arial"/>
              <a:ea typeface="Arial"/>
              <a:cs typeface="Arial"/>
              <a:sym typeface="Arial"/>
            </a:endParaRPr>
          </a:p>
          <a:p>
            <a:pPr indent="0" lvl="0" marL="0" rtl="0" algn="l">
              <a:lnSpc>
                <a:spcPct val="80000"/>
              </a:lnSpc>
              <a:spcBef>
                <a:spcPts val="440"/>
              </a:spcBef>
              <a:spcAft>
                <a:spcPts val="0"/>
              </a:spcAft>
              <a:buSzPts val="1870"/>
              <a:buNone/>
            </a:pPr>
            <a:r>
              <a:rPr b="0" i="0" lang="en-US" sz="2200" u="none">
                <a:solidFill>
                  <a:schemeClr val="dk1"/>
                </a:solidFill>
                <a:latin typeface="Arial"/>
                <a:ea typeface="Arial"/>
                <a:cs typeface="Arial"/>
                <a:sym typeface="Arial"/>
              </a:rPr>
              <a:t>			        address</a:t>
            </a:r>
            <a:endParaRPr/>
          </a:p>
          <a:p>
            <a:pPr indent="0" lvl="0" marL="0" rtl="0" algn="l">
              <a:lnSpc>
                <a:spcPct val="80000"/>
              </a:lnSpc>
              <a:spcBef>
                <a:spcPts val="440"/>
              </a:spcBef>
              <a:spcAft>
                <a:spcPts val="0"/>
              </a:spcAft>
              <a:buSzPts val="1870"/>
              <a:buNone/>
            </a:pPr>
            <a:r>
              <a:t/>
            </a:r>
            <a:endParaRPr b="0" i="0" sz="2200" u="none">
              <a:solidFill>
                <a:schemeClr val="dk1"/>
              </a:solidFill>
              <a:latin typeface="Arial"/>
              <a:ea typeface="Arial"/>
              <a:cs typeface="Arial"/>
              <a:sym typeface="Arial"/>
            </a:endParaRPr>
          </a:p>
          <a:p>
            <a:pPr indent="0" lvl="0" marL="0" rtl="0" algn="l">
              <a:lnSpc>
                <a:spcPct val="80000"/>
              </a:lnSpc>
              <a:spcBef>
                <a:spcPts val="440"/>
              </a:spcBef>
              <a:spcAft>
                <a:spcPts val="0"/>
              </a:spcAft>
              <a:buSzPts val="1870"/>
              <a:buNone/>
            </a:pPr>
            <a:r>
              <a:rPr b="0" i="0" lang="en-US" sz="2200" u="none">
                <a:solidFill>
                  <a:schemeClr val="dk1"/>
                </a:solidFill>
                <a:latin typeface="Arial"/>
                <a:ea typeface="Arial"/>
                <a:cs typeface="Arial"/>
                <a:sym typeface="Arial"/>
              </a:rPr>
              <a:t>8050</a:t>
            </a:r>
            <a:endParaRPr/>
          </a:p>
          <a:p>
            <a:pPr indent="0" lvl="0" marL="0" rtl="0" algn="l">
              <a:lnSpc>
                <a:spcPct val="80000"/>
              </a:lnSpc>
              <a:spcBef>
                <a:spcPts val="440"/>
              </a:spcBef>
              <a:spcAft>
                <a:spcPts val="0"/>
              </a:spcAft>
              <a:buSzPts val="1870"/>
              <a:buNone/>
            </a:pPr>
            <a:r>
              <a:rPr b="0" i="0" lang="en-US" sz="2200" u="none">
                <a:solidFill>
                  <a:schemeClr val="dk1"/>
                </a:solidFill>
                <a:latin typeface="Arial"/>
                <a:ea typeface="Arial"/>
                <a:cs typeface="Arial"/>
                <a:sym typeface="Arial"/>
              </a:rPr>
              <a:t>					</a:t>
            </a:r>
            <a:endParaRPr/>
          </a:p>
          <a:p>
            <a:pPr indent="0" lvl="0" marL="0" rtl="0" algn="l">
              <a:lnSpc>
                <a:spcPct val="80000"/>
              </a:lnSpc>
              <a:spcBef>
                <a:spcPts val="440"/>
              </a:spcBef>
              <a:spcAft>
                <a:spcPts val="0"/>
              </a:spcAft>
              <a:buSzPts val="1870"/>
              <a:buNone/>
            </a:pPr>
            <a:r>
              <a:t/>
            </a:r>
            <a:endParaRPr b="0" i="0" sz="2200" u="none">
              <a:solidFill>
                <a:schemeClr val="dk1"/>
              </a:solidFill>
              <a:latin typeface="Arial"/>
              <a:ea typeface="Arial"/>
              <a:cs typeface="Arial"/>
              <a:sym typeface="Arial"/>
            </a:endParaRPr>
          </a:p>
          <a:p>
            <a:pPr indent="0" lvl="0" marL="0" rtl="0" algn="l">
              <a:lnSpc>
                <a:spcPct val="80000"/>
              </a:lnSpc>
              <a:spcBef>
                <a:spcPts val="440"/>
              </a:spcBef>
              <a:spcAft>
                <a:spcPts val="0"/>
              </a:spcAft>
              <a:buSzPts val="1870"/>
              <a:buNone/>
            </a:pPr>
            <a:r>
              <a:t/>
            </a:r>
            <a:endParaRPr b="0" i="0" sz="2200" u="none">
              <a:solidFill>
                <a:schemeClr val="dk1"/>
              </a:solidFill>
              <a:latin typeface="Arial"/>
              <a:ea typeface="Arial"/>
              <a:cs typeface="Arial"/>
              <a:sym typeface="Arial"/>
            </a:endParaRPr>
          </a:p>
          <a:p>
            <a:pPr indent="0" lvl="0" marL="0" rtl="0" algn="l">
              <a:lnSpc>
                <a:spcPct val="80000"/>
              </a:lnSpc>
              <a:spcBef>
                <a:spcPts val="440"/>
              </a:spcBef>
              <a:spcAft>
                <a:spcPts val="0"/>
              </a:spcAft>
              <a:buSzPts val="1870"/>
              <a:buNone/>
            </a:pPr>
            <a:r>
              <a:rPr b="0" i="0" lang="en-US" sz="2200" u="none">
                <a:solidFill>
                  <a:schemeClr val="dk1"/>
                </a:solidFill>
                <a:latin typeface="Arial"/>
                <a:ea typeface="Arial"/>
                <a:cs typeface="Arial"/>
                <a:sym typeface="Arial"/>
              </a:rPr>
              <a:t>						employee			</a:t>
            </a:r>
            <a:endParaRPr/>
          </a:p>
        </p:txBody>
      </p:sp>
      <p:graphicFrame>
        <p:nvGraphicFramePr>
          <p:cNvPr id="389" name="Google Shape;389;p59"/>
          <p:cNvGraphicFramePr/>
          <p:nvPr/>
        </p:nvGraphicFramePr>
        <p:xfrm>
          <a:off x="1524000" y="854075"/>
          <a:ext cx="3000000" cy="3000000"/>
        </p:xfrm>
        <a:graphic>
          <a:graphicData uri="http://schemas.openxmlformats.org/drawingml/2006/table">
            <a:tbl>
              <a:tblPr>
                <a:noFill/>
                <a:tableStyleId>{08DA9556-1A22-4D4B-9BAE-2847C0C3A307}</a:tableStyleId>
              </a:tblPr>
              <a:tblGrid>
                <a:gridCol w="2209800"/>
              </a:tblGrid>
              <a:tr h="1050925">
                <a:tc>
                  <a:txBody>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66800">
                <a:tc>
                  <a:txBody>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47800">
                <a:tc>
                  <a:txBody>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09800">
                <a:tc>
                  <a:txBody>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cxnSp>
        <p:nvCxnSpPr>
          <p:cNvPr id="390" name="Google Shape;390;p59"/>
          <p:cNvCxnSpPr/>
          <p:nvPr/>
        </p:nvCxnSpPr>
        <p:spPr>
          <a:xfrm>
            <a:off x="4495800" y="838200"/>
            <a:ext cx="0" cy="1066800"/>
          </a:xfrm>
          <a:prstGeom prst="straightConnector1">
            <a:avLst/>
          </a:prstGeom>
          <a:noFill/>
          <a:ln cap="flat" cmpd="sng" w="38100">
            <a:solidFill>
              <a:schemeClr val="dk1"/>
            </a:solidFill>
            <a:prstDash val="solid"/>
            <a:miter lim="800000"/>
            <a:headEnd len="med" w="med" type="stealth"/>
            <a:tailEnd len="med" w="med" type="stealth"/>
          </a:ln>
        </p:spPr>
      </p:cxnSp>
      <p:cxnSp>
        <p:nvCxnSpPr>
          <p:cNvPr id="391" name="Google Shape;391;p59"/>
          <p:cNvCxnSpPr/>
          <p:nvPr/>
        </p:nvCxnSpPr>
        <p:spPr>
          <a:xfrm>
            <a:off x="4267200" y="838200"/>
            <a:ext cx="0" cy="2133600"/>
          </a:xfrm>
          <a:prstGeom prst="straightConnector1">
            <a:avLst/>
          </a:prstGeom>
          <a:noFill/>
          <a:ln cap="flat" cmpd="sng" w="38100">
            <a:solidFill>
              <a:schemeClr val="dk1"/>
            </a:solidFill>
            <a:prstDash val="solid"/>
            <a:miter lim="800000"/>
            <a:headEnd len="med" w="med" type="stealth"/>
            <a:tailEnd len="med" w="med" type="stealth"/>
          </a:ln>
        </p:spPr>
      </p:cxnSp>
      <p:cxnSp>
        <p:nvCxnSpPr>
          <p:cNvPr id="392" name="Google Shape;392;p59"/>
          <p:cNvCxnSpPr/>
          <p:nvPr/>
        </p:nvCxnSpPr>
        <p:spPr>
          <a:xfrm>
            <a:off x="4038600" y="838200"/>
            <a:ext cx="0" cy="3581400"/>
          </a:xfrm>
          <a:prstGeom prst="straightConnector1">
            <a:avLst/>
          </a:prstGeom>
          <a:noFill/>
          <a:ln cap="flat" cmpd="sng" w="38100">
            <a:solidFill>
              <a:schemeClr val="dk1"/>
            </a:solidFill>
            <a:prstDash val="solid"/>
            <a:miter lim="800000"/>
            <a:headEnd len="med" w="med" type="stealth"/>
            <a:tailEnd len="med" w="med" type="stealth"/>
          </a:ln>
        </p:spPr>
      </p:cxnSp>
      <p:cxnSp>
        <p:nvCxnSpPr>
          <p:cNvPr id="393" name="Google Shape;393;p59"/>
          <p:cNvCxnSpPr/>
          <p:nvPr/>
        </p:nvCxnSpPr>
        <p:spPr>
          <a:xfrm>
            <a:off x="3810000" y="838200"/>
            <a:ext cx="0" cy="5791200"/>
          </a:xfrm>
          <a:prstGeom prst="straightConnector1">
            <a:avLst/>
          </a:prstGeom>
          <a:noFill/>
          <a:ln cap="flat" cmpd="sng" w="38100">
            <a:solidFill>
              <a:schemeClr val="dk1"/>
            </a:solidFill>
            <a:prstDash val="solid"/>
            <a:miter lim="800000"/>
            <a:headEnd len="med" w="med" type="stealth"/>
            <a:tailEnd len="med" w="med" type="stealth"/>
          </a:ln>
        </p:spPr>
      </p:cxnSp>
      <p:cxnSp>
        <p:nvCxnSpPr>
          <p:cNvPr id="394" name="Google Shape;394;p59"/>
          <p:cNvCxnSpPr/>
          <p:nvPr/>
        </p:nvCxnSpPr>
        <p:spPr>
          <a:xfrm>
            <a:off x="3810000" y="1905000"/>
            <a:ext cx="1752600" cy="0"/>
          </a:xfrm>
          <a:prstGeom prst="straightConnector1">
            <a:avLst/>
          </a:prstGeom>
          <a:noFill/>
          <a:ln cap="flat" cmpd="sng" w="9525">
            <a:solidFill>
              <a:schemeClr val="dk1"/>
            </a:solidFill>
            <a:prstDash val="solid"/>
            <a:miter lim="800000"/>
            <a:headEnd len="med" w="med" type="none"/>
            <a:tailEnd len="med" w="med" type="none"/>
          </a:ln>
        </p:spPr>
      </p:cxnSp>
      <p:cxnSp>
        <p:nvCxnSpPr>
          <p:cNvPr id="395" name="Google Shape;395;p59"/>
          <p:cNvCxnSpPr/>
          <p:nvPr/>
        </p:nvCxnSpPr>
        <p:spPr>
          <a:xfrm>
            <a:off x="3733800" y="2971800"/>
            <a:ext cx="1752600" cy="0"/>
          </a:xfrm>
          <a:prstGeom prst="straightConnector1">
            <a:avLst/>
          </a:prstGeom>
          <a:noFill/>
          <a:ln cap="flat" cmpd="sng" w="9525">
            <a:solidFill>
              <a:schemeClr val="dk1"/>
            </a:solidFill>
            <a:prstDash val="solid"/>
            <a:miter lim="800000"/>
            <a:headEnd len="med" w="med" type="none"/>
            <a:tailEnd len="med" w="med" type="none"/>
          </a:ln>
        </p:spPr>
      </p:cxnSp>
      <p:cxnSp>
        <p:nvCxnSpPr>
          <p:cNvPr id="396" name="Google Shape;396;p59"/>
          <p:cNvCxnSpPr/>
          <p:nvPr/>
        </p:nvCxnSpPr>
        <p:spPr>
          <a:xfrm>
            <a:off x="3733800" y="4419600"/>
            <a:ext cx="1752600" cy="0"/>
          </a:xfrm>
          <a:prstGeom prst="straightConnector1">
            <a:avLst/>
          </a:prstGeom>
          <a:noFill/>
          <a:ln cap="flat" cmpd="sng" w="9525">
            <a:solidFill>
              <a:schemeClr val="dk1"/>
            </a:solidFill>
            <a:prstDash val="solid"/>
            <a:miter lim="800000"/>
            <a:headEnd len="med" w="med" type="none"/>
            <a:tailEnd len="med" w="med" type="none"/>
          </a:ln>
        </p:spPr>
      </p:cxnSp>
      <p:cxnSp>
        <p:nvCxnSpPr>
          <p:cNvPr id="397" name="Google Shape;397;p59"/>
          <p:cNvCxnSpPr/>
          <p:nvPr/>
        </p:nvCxnSpPr>
        <p:spPr>
          <a:xfrm>
            <a:off x="3733800" y="6629400"/>
            <a:ext cx="1752600" cy="0"/>
          </a:xfrm>
          <a:prstGeom prst="straightConnector1">
            <a:avLst/>
          </a:prstGeom>
          <a:noFill/>
          <a:ln cap="flat" cmpd="sng" w="9525">
            <a:solidFill>
              <a:schemeClr val="dk1"/>
            </a:solidFill>
            <a:prstDash val="solid"/>
            <a:miter lim="800000"/>
            <a:headEnd len="med" w="med" type="none"/>
            <a:tailEnd len="med" w="med" type="none"/>
          </a:ln>
        </p:spPr>
      </p:cxnSp>
      <p:cxnSp>
        <p:nvCxnSpPr>
          <p:cNvPr id="398" name="Google Shape;398;p59"/>
          <p:cNvCxnSpPr/>
          <p:nvPr/>
        </p:nvCxnSpPr>
        <p:spPr>
          <a:xfrm>
            <a:off x="3733800" y="838200"/>
            <a:ext cx="1752600" cy="0"/>
          </a:xfrm>
          <a:prstGeom prst="straightConnector1">
            <a:avLst/>
          </a:prstGeom>
          <a:noFill/>
          <a:ln cap="flat" cmpd="sng" w="9525">
            <a:solidFill>
              <a:schemeClr val="dk1"/>
            </a:solidFill>
            <a:prstDash val="solid"/>
            <a:miter lim="800000"/>
            <a:headEnd len="med" w="med" type="none"/>
            <a:tailEnd len="med" w="med" type="non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0"/>
          <p:cNvSpPr txBox="1"/>
          <p:nvPr/>
        </p:nvSpPr>
        <p:spPr>
          <a:xfrm>
            <a:off x="152400" y="290512"/>
            <a:ext cx="8839200" cy="62626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sng">
                <a:solidFill>
                  <a:schemeClr val="dk1"/>
                </a:solidFill>
                <a:latin typeface="Arial"/>
                <a:ea typeface="Arial"/>
                <a:cs typeface="Arial"/>
                <a:sym typeface="Arial"/>
              </a:rPr>
              <a:t>Difference between Structures &amp; Union</a:t>
            </a:r>
            <a:endParaRPr/>
          </a:p>
          <a:p>
            <a:pPr indent="0" lvl="0" marL="0" marR="0" rtl="0" algn="l">
              <a:lnSpc>
                <a:spcPct val="81250"/>
              </a:lnSpc>
              <a:spcBef>
                <a:spcPts val="0"/>
              </a:spcBef>
              <a:spcAft>
                <a:spcPts val="0"/>
              </a:spcAft>
              <a:buClr>
                <a:schemeClr val="dk1"/>
              </a:buClr>
              <a:buSzPts val="3200"/>
              <a:buFont typeface="Arial"/>
              <a:buNone/>
            </a:pPr>
            <a:r>
              <a:t/>
            </a:r>
            <a:endParaRPr b="1" i="0" sz="3200" u="sng">
              <a:solidFill>
                <a:schemeClr val="dk1"/>
              </a:solidFill>
              <a:latin typeface="Arial"/>
              <a:ea typeface="Arial"/>
              <a:cs typeface="Arial"/>
              <a:sym typeface="Arial"/>
            </a:endParaRPr>
          </a:p>
          <a:p>
            <a:pPr indent="-203200" lvl="0" marL="0" marR="0" rtl="0" algn="just">
              <a:lnSpc>
                <a:spcPct val="120000"/>
              </a:lnSpc>
              <a:spcBef>
                <a:spcPts val="0"/>
              </a:spcBef>
              <a:spcAft>
                <a:spcPts val="0"/>
              </a:spcAft>
              <a:buClr>
                <a:schemeClr val="dk1"/>
              </a:buClr>
              <a:buSzPts val="3200"/>
              <a:buFont typeface="Arial"/>
              <a:buAutoNum type="arabicParenR"/>
            </a:pPr>
            <a:r>
              <a:rPr b="0" i="0" lang="en-US" sz="3200" u="none">
                <a:solidFill>
                  <a:schemeClr val="dk1"/>
                </a:solidFill>
                <a:latin typeface="Arial"/>
                <a:ea typeface="Arial"/>
                <a:cs typeface="Arial"/>
                <a:sym typeface="Arial"/>
              </a:rPr>
              <a:t>The memory occupied by structure variable is the sum of sizes of all the members but memory occupied by union variable is equal to space hold by the largest data member of a union.</a:t>
            </a:r>
            <a:endParaRPr/>
          </a:p>
          <a:p>
            <a:pPr indent="-203200" lvl="0" marL="0" marR="0" rtl="0" algn="just">
              <a:lnSpc>
                <a:spcPct val="120000"/>
              </a:lnSpc>
              <a:spcBef>
                <a:spcPts val="0"/>
              </a:spcBef>
              <a:spcAft>
                <a:spcPts val="0"/>
              </a:spcAft>
              <a:buClr>
                <a:schemeClr val="dk1"/>
              </a:buClr>
              <a:buSzPts val="3200"/>
              <a:buFont typeface="Arial"/>
              <a:buAutoNum type="arabicParenR"/>
            </a:pPr>
            <a:r>
              <a:rPr b="0" i="0" lang="en-US" sz="3200" u="none">
                <a:solidFill>
                  <a:schemeClr val="dk1"/>
                </a:solidFill>
                <a:latin typeface="Arial"/>
                <a:ea typeface="Arial"/>
                <a:cs typeface="Arial"/>
                <a:sym typeface="Arial"/>
              </a:rPr>
              <a:t>In the structure all the members are accessed at any point of time but in union only one of union member can be accessed at any given time.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1"/>
          <p:cNvSpPr txBox="1"/>
          <p:nvPr/>
        </p:nvSpPr>
        <p:spPr>
          <a:xfrm>
            <a:off x="304800" y="838200"/>
            <a:ext cx="8458200" cy="603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Assignment:</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Directions: Compressed the two programs in a zip file with the filename: assign5&lt;yourname&gt;. You may send it through email (</a:t>
            </a:r>
            <a:r>
              <a:rPr b="0" i="0" lang="en-US" sz="2400" u="sng">
                <a:solidFill>
                  <a:schemeClr val="hlink"/>
                </a:solidFill>
                <a:latin typeface="Arial"/>
                <a:ea typeface="Arial"/>
                <a:cs typeface="Arial"/>
                <a:sym typeface="Arial"/>
                <a:hlinkClick r:id="rId3"/>
              </a:rPr>
              <a:t>jethrogamad@gmail.com</a:t>
            </a:r>
            <a:r>
              <a:rPr b="0" i="0" lang="en-US" sz="2400" u="none">
                <a:solidFill>
                  <a:schemeClr val="dk1"/>
                </a:solidFill>
                <a:latin typeface="Arial"/>
                <a:ea typeface="Arial"/>
                <a:cs typeface="Arial"/>
                <a:sym typeface="Arial"/>
              </a:rPr>
              <a:t>) or give it to me next meeting.</a:t>
            </a:r>
            <a:endParaRPr/>
          </a:p>
          <a:p>
            <a:pPr indent="-152400" lvl="0" marL="0" marR="0" rtl="0" algn="l">
              <a:lnSpc>
                <a:spcPct val="100000"/>
              </a:lnSpc>
              <a:spcBef>
                <a:spcPts val="0"/>
              </a:spcBef>
              <a:spcAft>
                <a:spcPts val="0"/>
              </a:spcAft>
              <a:buClr>
                <a:schemeClr val="dk1"/>
              </a:buClr>
              <a:buSzPts val="2400"/>
              <a:buFont typeface="Arial"/>
              <a:buAutoNum type="arabicPeriod"/>
            </a:pPr>
            <a:r>
              <a:rPr b="0" i="0" lang="en-US" sz="2400" u="none">
                <a:solidFill>
                  <a:schemeClr val="dk1"/>
                </a:solidFill>
                <a:latin typeface="Arial"/>
                <a:ea typeface="Arial"/>
                <a:cs typeface="Arial"/>
                <a:sym typeface="Arial"/>
              </a:rPr>
              <a:t>Write a program that converts all lowercase characters in a given string to its equivalent uppercase character. Save as </a:t>
            </a:r>
            <a:r>
              <a:rPr b="0" i="1" lang="en-US" sz="2400" u="none">
                <a:solidFill>
                  <a:schemeClr val="dk1"/>
                </a:solidFill>
                <a:latin typeface="Arial"/>
                <a:ea typeface="Arial"/>
                <a:cs typeface="Arial"/>
                <a:sym typeface="Arial"/>
              </a:rPr>
              <a:t>stringassign.c</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Arial"/>
              <a:buAutoNum type="arabicPeriod"/>
            </a:pPr>
            <a:r>
              <a:rPr b="0" i="0" lang="en-US" sz="2400" u="none">
                <a:solidFill>
                  <a:schemeClr val="dk1"/>
                </a:solidFill>
                <a:latin typeface="Arial"/>
                <a:ea typeface="Arial"/>
                <a:cs typeface="Arial"/>
                <a:sym typeface="Arial"/>
              </a:rPr>
              <a:t>A record contains name of cricketer, his age, number of test matches that he has played and the average runs that he has scored in each test match. Create an array of structure to hold records of 10 such cricketer. Save as </a:t>
            </a:r>
            <a:r>
              <a:rPr b="0" i="1" lang="en-US" sz="2400" u="none">
                <a:solidFill>
                  <a:schemeClr val="dk1"/>
                </a:solidFill>
                <a:latin typeface="Arial"/>
                <a:ea typeface="Arial"/>
                <a:cs typeface="Arial"/>
                <a:sym typeface="Arial"/>
              </a:rPr>
              <a:t>structassign.c</a:t>
            </a:r>
            <a:endParaRPr b="0" i="0" sz="24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3_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4_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5_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2_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